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209038863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209038863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09038863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209038863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09038863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09038863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09038863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09038863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09038863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09038863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09038863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09038863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09038863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209038863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09038863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09038863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0903886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0903886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09038863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209038863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09038863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209038863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09038863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09038863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09038863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09038863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09038863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209038863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09038863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209038863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17286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162373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5150" y="310025"/>
            <a:ext cx="7246449" cy="31105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436900" y="2260550"/>
            <a:ext cx="3749700" cy="258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CPTable._table.gripDB</a:t>
            </a:r>
            <a:br>
              <a:rPr lang="ko" sz="1200">
                <a:solidFill>
                  <a:schemeClr val="dk2"/>
                </a:solidFill>
              </a:rPr>
            </a:br>
            <a:br>
              <a:rPr lang="ko" sz="1200">
                <a:solidFill>
                  <a:schemeClr val="dk2"/>
                </a:solidFill>
              </a:rPr>
            </a:br>
            <a:r>
              <a:rPr lang="ko" sz="1200">
                <a:solidFill>
                  <a:schemeClr val="dk2"/>
                </a:solidFill>
              </a:rPr>
              <a:t>CPTable</a:t>
            </a:r>
            <a:r>
              <a:rPr lang="ko" sz="1200">
                <a:solidFill>
                  <a:schemeClr val="dk2"/>
                </a:solidFill>
              </a:rPr>
              <a:t>._table.changeTable("addRow");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CPTable</a:t>
            </a:r>
            <a:r>
              <a:rPr lang="ko" sz="1200">
                <a:solidFill>
                  <a:schemeClr val="dk2"/>
                </a:solidFill>
              </a:rPr>
              <a:t>._table.changeTable("delRow");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CPTable</a:t>
            </a:r>
            <a:r>
              <a:rPr lang="ko" sz="1200">
                <a:solidFill>
                  <a:schemeClr val="dk2"/>
                </a:solidFill>
              </a:rPr>
              <a:t>._table.changeTable("addCol");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CPTable</a:t>
            </a:r>
            <a:r>
              <a:rPr lang="ko" sz="1200">
                <a:solidFill>
                  <a:schemeClr val="dk2"/>
                </a:solidFill>
              </a:rPr>
              <a:t>._table.changeTable("delCol");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CPTable</a:t>
            </a:r>
            <a:r>
              <a:rPr lang="ko" sz="1200">
                <a:solidFill>
                  <a:schemeClr val="dk2"/>
                </a:solidFill>
              </a:rPr>
              <a:t>._table.changeTable("merge");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CPTable</a:t>
            </a:r>
            <a:r>
              <a:rPr lang="ko" sz="1200">
                <a:solidFill>
                  <a:schemeClr val="dk2"/>
                </a:solidFill>
              </a:rPr>
              <a:t>._table.changeTable("split");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509550" y="2303343"/>
            <a:ext cx="1668300" cy="27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3509550" y="2673650"/>
            <a:ext cx="2801700" cy="27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3509550" y="3043957"/>
            <a:ext cx="2737500" cy="27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3509550" y="3772355"/>
            <a:ext cx="2737500" cy="27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3509550" y="3403570"/>
            <a:ext cx="2737500" cy="27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3509550" y="4121450"/>
            <a:ext cx="2662800" cy="27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3509550" y="4491350"/>
            <a:ext cx="2544900" cy="27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400"/>
            <a:ext cx="1787944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2744" y="152400"/>
            <a:ext cx="562154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859600" cy="33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4400" y="152400"/>
            <a:ext cx="6488650" cy="234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4400" y="2645875"/>
            <a:ext cx="6488650" cy="222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518454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3454" y="152400"/>
            <a:ext cx="325818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00" y="1061350"/>
            <a:ext cx="721995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" y="3423550"/>
            <a:ext cx="6674675" cy="30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52400"/>
            <a:ext cx="3645906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1768" y="152400"/>
            <a:ext cx="4166150" cy="410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-76200"/>
            <a:ext cx="4923576" cy="369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550" y="2368525"/>
            <a:ext cx="3446950" cy="3328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650018" cy="256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3675" y="2726763"/>
            <a:ext cx="6562399" cy="29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33400"/>
            <a:ext cx="8839202" cy="4035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/>
        </p:nvSpPr>
        <p:spPr>
          <a:xfrm>
            <a:off x="513275" y="358227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CPCalculator.useableItemLists(); 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CPCalculator.checkCalculatorData();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18" name="Google Shape;118;p22"/>
          <p:cNvSpPr/>
          <p:nvPr/>
        </p:nvSpPr>
        <p:spPr>
          <a:xfrm>
            <a:off x="568875" y="3629325"/>
            <a:ext cx="2341800" cy="299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/>
          <p:nvPr/>
        </p:nvSpPr>
        <p:spPr>
          <a:xfrm>
            <a:off x="568875" y="4021775"/>
            <a:ext cx="2598600" cy="299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" name="Google Shape;120;p22"/>
          <p:cNvCxnSpPr>
            <a:stCxn id="118" idx="3"/>
          </p:cNvCxnSpPr>
          <p:nvPr/>
        </p:nvCxnSpPr>
        <p:spPr>
          <a:xfrm flipH="1" rot="10800000">
            <a:off x="2910675" y="2485125"/>
            <a:ext cx="4277400" cy="129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22"/>
          <p:cNvCxnSpPr>
            <a:stCxn id="119" idx="3"/>
          </p:cNvCxnSpPr>
          <p:nvPr/>
        </p:nvCxnSpPr>
        <p:spPr>
          <a:xfrm flipH="1" rot="10800000">
            <a:off x="3167475" y="3757775"/>
            <a:ext cx="4074000" cy="413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375" y="271600"/>
            <a:ext cx="7935825" cy="445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62000"/>
            <a:ext cx="8839198" cy="335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738" y="226350"/>
            <a:ext cx="6314525" cy="469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0600"/>
            <a:ext cx="8839201" cy="32131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26"/>
          <p:cNvCxnSpPr/>
          <p:nvPr/>
        </p:nvCxnSpPr>
        <p:spPr>
          <a:xfrm rot="10800000">
            <a:off x="921775" y="1929075"/>
            <a:ext cx="43308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26"/>
          <p:cNvCxnSpPr/>
          <p:nvPr/>
        </p:nvCxnSpPr>
        <p:spPr>
          <a:xfrm rot="10800000">
            <a:off x="2889350" y="2100100"/>
            <a:ext cx="0" cy="941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6"/>
          <p:cNvCxnSpPr/>
          <p:nvPr/>
        </p:nvCxnSpPr>
        <p:spPr>
          <a:xfrm rot="10800000">
            <a:off x="5209800" y="2560100"/>
            <a:ext cx="0" cy="470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26"/>
          <p:cNvCxnSpPr/>
          <p:nvPr/>
        </p:nvCxnSpPr>
        <p:spPr>
          <a:xfrm rot="10800000">
            <a:off x="5338125" y="2132300"/>
            <a:ext cx="0" cy="898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6"/>
          <p:cNvCxnSpPr/>
          <p:nvPr/>
        </p:nvCxnSpPr>
        <p:spPr>
          <a:xfrm rot="10800000">
            <a:off x="5819325" y="3009000"/>
            <a:ext cx="0" cy="49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26"/>
          <p:cNvSpPr txBox="1"/>
          <p:nvPr/>
        </p:nvSpPr>
        <p:spPr>
          <a:xfrm>
            <a:off x="472625" y="3871225"/>
            <a:ext cx="2641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CPTable.isMerged();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CPTable.countCpCalculatorRow();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ko" sz="1200">
                <a:solidFill>
                  <a:schemeClr val="dk2"/>
                </a:solidFill>
              </a:rPr>
            </a:br>
            <a:r>
              <a:rPr lang="ko" sz="1200">
                <a:solidFill>
                  <a:schemeClr val="dk2"/>
                </a:solidFill>
              </a:rPr>
              <a:t>CPTable.countCpCalculatorCol();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48" name="Google Shape;148;p26"/>
          <p:cNvSpPr/>
          <p:nvPr/>
        </p:nvSpPr>
        <p:spPr>
          <a:xfrm>
            <a:off x="536800" y="3907350"/>
            <a:ext cx="1486500" cy="296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6"/>
          <p:cNvSpPr/>
          <p:nvPr/>
        </p:nvSpPr>
        <p:spPr>
          <a:xfrm>
            <a:off x="536800" y="4273625"/>
            <a:ext cx="2416800" cy="296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6"/>
          <p:cNvSpPr/>
          <p:nvPr/>
        </p:nvSpPr>
        <p:spPr>
          <a:xfrm>
            <a:off x="536800" y="4639875"/>
            <a:ext cx="2352600" cy="296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26"/>
          <p:cNvCxnSpPr>
            <a:stCxn id="148" idx="3"/>
          </p:cNvCxnSpPr>
          <p:nvPr/>
        </p:nvCxnSpPr>
        <p:spPr>
          <a:xfrm flipH="1" rot="10800000">
            <a:off x="2023300" y="2132250"/>
            <a:ext cx="3122400" cy="1923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6"/>
          <p:cNvCxnSpPr>
            <a:stCxn id="149" idx="3"/>
          </p:cNvCxnSpPr>
          <p:nvPr/>
        </p:nvCxnSpPr>
        <p:spPr>
          <a:xfrm flipH="1" rot="10800000">
            <a:off x="2953600" y="2175125"/>
            <a:ext cx="2245500" cy="2246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6"/>
          <p:cNvCxnSpPr>
            <a:stCxn id="150" idx="3"/>
          </p:cNvCxnSpPr>
          <p:nvPr/>
        </p:nvCxnSpPr>
        <p:spPr>
          <a:xfrm flipH="1" rot="10800000">
            <a:off x="2889400" y="3073275"/>
            <a:ext cx="1753800" cy="1714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800" y="335775"/>
            <a:ext cx="8135450" cy="427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16068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8"/>
          <p:cNvSpPr txBox="1"/>
          <p:nvPr/>
        </p:nvSpPr>
        <p:spPr>
          <a:xfrm>
            <a:off x="1563375" y="3607925"/>
            <a:ext cx="6159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CPView.cpcalculatormultirow();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CPView.</a:t>
            </a:r>
            <a:r>
              <a:rPr lang="ko" sz="1200">
                <a:solidFill>
                  <a:schemeClr val="dk2"/>
                </a:solidFill>
              </a:rPr>
              <a:t>cpcalculatorlistenItem();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65" name="Google Shape;165;p28"/>
          <p:cNvSpPr/>
          <p:nvPr/>
        </p:nvSpPr>
        <p:spPr>
          <a:xfrm>
            <a:off x="1574050" y="3565150"/>
            <a:ext cx="2341800" cy="459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/>
          <p:nvPr/>
        </p:nvSpPr>
        <p:spPr>
          <a:xfrm>
            <a:off x="1574050" y="4098550"/>
            <a:ext cx="2341800" cy="459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7" name="Google Shape;167;p28"/>
          <p:cNvCxnSpPr>
            <a:stCxn id="165" idx="3"/>
          </p:cNvCxnSpPr>
          <p:nvPr/>
        </p:nvCxnSpPr>
        <p:spPr>
          <a:xfrm flipH="1" rot="10800000">
            <a:off x="3915850" y="1822000"/>
            <a:ext cx="4876200" cy="1973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8"/>
          <p:cNvCxnSpPr/>
          <p:nvPr/>
        </p:nvCxnSpPr>
        <p:spPr>
          <a:xfrm flipH="1" rot="10800000">
            <a:off x="3926600" y="2331000"/>
            <a:ext cx="4715700" cy="1982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8"/>
          <p:cNvCxnSpPr>
            <a:stCxn id="166" idx="3"/>
          </p:cNvCxnSpPr>
          <p:nvPr/>
        </p:nvCxnSpPr>
        <p:spPr>
          <a:xfrm flipH="1" rot="10800000">
            <a:off x="3915850" y="2910700"/>
            <a:ext cx="4619700" cy="1417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28"/>
          <p:cNvCxnSpPr>
            <a:stCxn id="166" idx="3"/>
          </p:cNvCxnSpPr>
          <p:nvPr/>
        </p:nvCxnSpPr>
        <p:spPr>
          <a:xfrm flipH="1" rot="10800000">
            <a:off x="3915850" y="2408200"/>
            <a:ext cx="1058700" cy="1920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