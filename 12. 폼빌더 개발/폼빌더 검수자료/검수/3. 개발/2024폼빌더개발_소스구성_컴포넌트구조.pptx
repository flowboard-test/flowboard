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63" r:id="rId7"/>
    <p:sldId id="264" r:id="rId8"/>
    <p:sldId id="265" r:id="rId9"/>
    <p:sldId id="267" r:id="rId10"/>
    <p:sldId id="269" r:id="rId11"/>
    <p:sldId id="27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E1CC4-646B-481E-8316-1BD26AC9700A}" v="1" dt="2024-12-20T00:07:23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배 김" userId="cbe845278c8b7029" providerId="LiveId" clId="{0ACE1CC4-646B-481E-8316-1BD26AC9700A}"/>
    <pc:docChg chg="modSld">
      <pc:chgData name="정배 김" userId="cbe845278c8b7029" providerId="LiveId" clId="{0ACE1CC4-646B-481E-8316-1BD26AC9700A}" dt="2024-12-20T00:08:35.694" v="4" actId="2711"/>
      <pc:docMkLst>
        <pc:docMk/>
      </pc:docMkLst>
      <pc:sldChg chg="modSp mod">
        <pc:chgData name="정배 김" userId="cbe845278c8b7029" providerId="LiveId" clId="{0ACE1CC4-646B-481E-8316-1BD26AC9700A}" dt="2024-12-20T00:08:10.406" v="0" actId="2711"/>
        <pc:sldMkLst>
          <pc:docMk/>
          <pc:sldMk cId="3913479004" sldId="263"/>
        </pc:sldMkLst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2" creationId="{870AD439-375F-02C6-A6BC-F3E4D750DBA9}"/>
          </ac:spMkLst>
        </pc:spChg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3" creationId="{26F80E23-9A48-75E1-AA9C-C6327391DD25}"/>
          </ac:spMkLst>
        </pc:spChg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4" creationId="{4297BEB5-7427-8C52-43A3-D41F6372A9A1}"/>
          </ac:spMkLst>
        </pc:spChg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5" creationId="{984C2653-2034-B8B0-9550-8038FA16D8A8}"/>
          </ac:spMkLst>
        </pc:spChg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6" creationId="{993DF000-EBC9-98B3-4475-F04F12D919F4}"/>
          </ac:spMkLst>
        </pc:spChg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7" creationId="{EED5BA77-AB7C-D67E-0D23-A1666AFCB22C}"/>
          </ac:spMkLst>
        </pc:spChg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9" creationId="{10A26AD0-504E-A285-455B-270CDD8DA84D}"/>
          </ac:spMkLst>
        </pc:spChg>
        <pc:spChg chg="mod">
          <ac:chgData name="정배 김" userId="cbe845278c8b7029" providerId="LiveId" clId="{0ACE1CC4-646B-481E-8316-1BD26AC9700A}" dt="2024-12-20T00:08:10.406" v="0" actId="2711"/>
          <ac:spMkLst>
            <pc:docMk/>
            <pc:sldMk cId="3913479004" sldId="263"/>
            <ac:spMk id="10" creationId="{8A3846A0-A306-7221-910B-56617CF77598}"/>
          </ac:spMkLst>
        </pc:spChg>
      </pc:sldChg>
      <pc:sldChg chg="modSp mod">
        <pc:chgData name="정배 김" userId="cbe845278c8b7029" providerId="LiveId" clId="{0ACE1CC4-646B-481E-8316-1BD26AC9700A}" dt="2024-12-20T00:08:18.050" v="1" actId="2711"/>
        <pc:sldMkLst>
          <pc:docMk/>
          <pc:sldMk cId="2158741366" sldId="264"/>
        </pc:sldMkLst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2" creationId="{D65D6903-908D-8648-6BA2-FFEA35D522C5}"/>
          </ac:spMkLst>
        </pc:spChg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3" creationId="{3656BD5D-FCEB-4D5A-D7DD-FC1C17ADACA6}"/>
          </ac:spMkLst>
        </pc:spChg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6" creationId="{D8088F67-96AB-6CB4-34F7-A6375DB7F3DB}"/>
          </ac:spMkLst>
        </pc:spChg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8" creationId="{5D7A8032-90F5-3C99-9995-6837C4B6601E}"/>
          </ac:spMkLst>
        </pc:spChg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10" creationId="{8CA319D4-9AF5-E095-4448-930C2AA18EAB}"/>
          </ac:spMkLst>
        </pc:spChg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15" creationId="{90A1C653-8F30-711A-95DD-C2CA139E1843}"/>
          </ac:spMkLst>
        </pc:spChg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21" creationId="{C840842B-AF5E-EE13-3A6E-66C7FC7D6C58}"/>
          </ac:spMkLst>
        </pc:spChg>
        <pc:spChg chg="mod">
          <ac:chgData name="정배 김" userId="cbe845278c8b7029" providerId="LiveId" clId="{0ACE1CC4-646B-481E-8316-1BD26AC9700A}" dt="2024-12-20T00:08:18.050" v="1" actId="2711"/>
          <ac:spMkLst>
            <pc:docMk/>
            <pc:sldMk cId="2158741366" sldId="264"/>
            <ac:spMk id="30" creationId="{DE93938D-F376-00A7-0C6B-FBDC21843BB5}"/>
          </ac:spMkLst>
        </pc:spChg>
      </pc:sldChg>
      <pc:sldChg chg="modSp mod">
        <pc:chgData name="정배 김" userId="cbe845278c8b7029" providerId="LiveId" clId="{0ACE1CC4-646B-481E-8316-1BD26AC9700A}" dt="2024-12-20T00:08:24.987" v="2" actId="2711"/>
        <pc:sldMkLst>
          <pc:docMk/>
          <pc:sldMk cId="3591463260" sldId="267"/>
        </pc:sldMkLst>
        <pc:spChg chg="mod">
          <ac:chgData name="정배 김" userId="cbe845278c8b7029" providerId="LiveId" clId="{0ACE1CC4-646B-481E-8316-1BD26AC9700A}" dt="2024-12-20T00:08:24.987" v="2" actId="2711"/>
          <ac:spMkLst>
            <pc:docMk/>
            <pc:sldMk cId="3591463260" sldId="267"/>
            <ac:spMk id="7" creationId="{A5833828-2A1E-6941-CDF4-042973E44AF8}"/>
          </ac:spMkLst>
        </pc:spChg>
        <pc:spChg chg="mod">
          <ac:chgData name="정배 김" userId="cbe845278c8b7029" providerId="LiveId" clId="{0ACE1CC4-646B-481E-8316-1BD26AC9700A}" dt="2024-12-20T00:08:24.987" v="2" actId="2711"/>
          <ac:spMkLst>
            <pc:docMk/>
            <pc:sldMk cId="3591463260" sldId="267"/>
            <ac:spMk id="9" creationId="{2B452AAE-C72F-FD1C-5F6F-F9BB711BFB1E}"/>
          </ac:spMkLst>
        </pc:spChg>
        <pc:spChg chg="mod">
          <ac:chgData name="정배 김" userId="cbe845278c8b7029" providerId="LiveId" clId="{0ACE1CC4-646B-481E-8316-1BD26AC9700A}" dt="2024-12-20T00:08:24.987" v="2" actId="2711"/>
          <ac:spMkLst>
            <pc:docMk/>
            <pc:sldMk cId="3591463260" sldId="267"/>
            <ac:spMk id="10" creationId="{84130F57-7778-855C-4826-30D754A1314F}"/>
          </ac:spMkLst>
        </pc:spChg>
      </pc:sldChg>
      <pc:sldChg chg="modSp mod">
        <pc:chgData name="정배 김" userId="cbe845278c8b7029" providerId="LiveId" clId="{0ACE1CC4-646B-481E-8316-1BD26AC9700A}" dt="2024-12-20T00:08:30.746" v="3" actId="2711"/>
        <pc:sldMkLst>
          <pc:docMk/>
          <pc:sldMk cId="3730223981" sldId="269"/>
        </pc:sldMkLst>
        <pc:spChg chg="mod">
          <ac:chgData name="정배 김" userId="cbe845278c8b7029" providerId="LiveId" clId="{0ACE1CC4-646B-481E-8316-1BD26AC9700A}" dt="2024-12-20T00:08:30.746" v="3" actId="2711"/>
          <ac:spMkLst>
            <pc:docMk/>
            <pc:sldMk cId="3730223981" sldId="269"/>
            <ac:spMk id="4" creationId="{2FCE61D8-CC6C-04DE-B33F-285831539970}"/>
          </ac:spMkLst>
        </pc:spChg>
        <pc:spChg chg="mod">
          <ac:chgData name="정배 김" userId="cbe845278c8b7029" providerId="LiveId" clId="{0ACE1CC4-646B-481E-8316-1BD26AC9700A}" dt="2024-12-20T00:08:30.746" v="3" actId="2711"/>
          <ac:spMkLst>
            <pc:docMk/>
            <pc:sldMk cId="3730223981" sldId="269"/>
            <ac:spMk id="6" creationId="{7E62F6BD-7DA0-B38A-DE51-8D5D1D71F1B2}"/>
          </ac:spMkLst>
        </pc:spChg>
        <pc:spChg chg="mod">
          <ac:chgData name="정배 김" userId="cbe845278c8b7029" providerId="LiveId" clId="{0ACE1CC4-646B-481E-8316-1BD26AC9700A}" dt="2024-12-20T00:08:30.746" v="3" actId="2711"/>
          <ac:spMkLst>
            <pc:docMk/>
            <pc:sldMk cId="3730223981" sldId="269"/>
            <ac:spMk id="7" creationId="{B6B8B643-5DF2-A0F3-C051-9E0F27861429}"/>
          </ac:spMkLst>
        </pc:spChg>
        <pc:spChg chg="mod">
          <ac:chgData name="정배 김" userId="cbe845278c8b7029" providerId="LiveId" clId="{0ACE1CC4-646B-481E-8316-1BD26AC9700A}" dt="2024-12-20T00:08:30.746" v="3" actId="2711"/>
          <ac:spMkLst>
            <pc:docMk/>
            <pc:sldMk cId="3730223981" sldId="269"/>
            <ac:spMk id="8" creationId="{7C41A8D0-4073-AF21-AAFD-AD27318347C2}"/>
          </ac:spMkLst>
        </pc:spChg>
        <pc:spChg chg="mod">
          <ac:chgData name="정배 김" userId="cbe845278c8b7029" providerId="LiveId" clId="{0ACE1CC4-646B-481E-8316-1BD26AC9700A}" dt="2024-12-20T00:08:30.746" v="3" actId="2711"/>
          <ac:spMkLst>
            <pc:docMk/>
            <pc:sldMk cId="3730223981" sldId="269"/>
            <ac:spMk id="10" creationId="{3F37808B-D7CE-BDCA-3A51-A4FA17E30DA2}"/>
          </ac:spMkLst>
        </pc:spChg>
      </pc:sldChg>
      <pc:sldChg chg="modSp mod">
        <pc:chgData name="정배 김" userId="cbe845278c8b7029" providerId="LiveId" clId="{0ACE1CC4-646B-481E-8316-1BD26AC9700A}" dt="2024-12-20T00:08:35.694" v="4" actId="2711"/>
        <pc:sldMkLst>
          <pc:docMk/>
          <pc:sldMk cId="2507276235" sldId="270"/>
        </pc:sldMkLst>
        <pc:spChg chg="mod">
          <ac:chgData name="정배 김" userId="cbe845278c8b7029" providerId="LiveId" clId="{0ACE1CC4-646B-481E-8316-1BD26AC9700A}" dt="2024-12-20T00:08:35.694" v="4" actId="2711"/>
          <ac:spMkLst>
            <pc:docMk/>
            <pc:sldMk cId="2507276235" sldId="270"/>
            <ac:spMk id="7" creationId="{72EF6266-E310-7F1A-D4EE-715C468DB256}"/>
          </ac:spMkLst>
        </pc:spChg>
        <pc:spChg chg="mod">
          <ac:chgData name="정배 김" userId="cbe845278c8b7029" providerId="LiveId" clId="{0ACE1CC4-646B-481E-8316-1BD26AC9700A}" dt="2024-12-20T00:08:35.694" v="4" actId="2711"/>
          <ac:spMkLst>
            <pc:docMk/>
            <pc:sldMk cId="2507276235" sldId="270"/>
            <ac:spMk id="10" creationId="{95A67D66-D387-47F7-28FD-3C0851D9D613}"/>
          </ac:spMkLst>
        </pc:spChg>
        <pc:spChg chg="mod">
          <ac:chgData name="정배 김" userId="cbe845278c8b7029" providerId="LiveId" clId="{0ACE1CC4-646B-481E-8316-1BD26AC9700A}" dt="2024-12-20T00:08:35.694" v="4" actId="2711"/>
          <ac:spMkLst>
            <pc:docMk/>
            <pc:sldMk cId="2507276235" sldId="270"/>
            <ac:spMk id="12" creationId="{56FADB6A-27A2-7DA3-EA40-A130DA54D74C}"/>
          </ac:spMkLst>
        </pc:spChg>
      </pc:sldChg>
    </pc:docChg>
  </pc:docChgLst>
  <pc:docChgLst>
    <pc:chgData name="정배 김" userId="cbe845278c8b7029" providerId="LiveId" clId="{518B52D6-0189-4CFD-ABA5-63530B58F337}"/>
    <pc:docChg chg="undo custSel addSld delSld modSld sldOrd">
      <pc:chgData name="정배 김" userId="cbe845278c8b7029" providerId="LiveId" clId="{518B52D6-0189-4CFD-ABA5-63530B58F337}" dt="2024-12-18T02:51:40.333" v="780" actId="1076"/>
      <pc:docMkLst>
        <pc:docMk/>
      </pc:docMkLst>
      <pc:sldChg chg="addSp modSp mod">
        <pc:chgData name="정배 김" userId="cbe845278c8b7029" providerId="LiveId" clId="{518B52D6-0189-4CFD-ABA5-63530B58F337}" dt="2024-12-18T02:20:17.907" v="35" actId="1076"/>
        <pc:sldMkLst>
          <pc:docMk/>
          <pc:sldMk cId="3414679802" sldId="256"/>
        </pc:sldMkLst>
        <pc:spChg chg="mod">
          <ac:chgData name="정배 김" userId="cbe845278c8b7029" providerId="LiveId" clId="{518B52D6-0189-4CFD-ABA5-63530B58F337}" dt="2024-12-18T02:19:32.035" v="32" actId="20577"/>
          <ac:spMkLst>
            <pc:docMk/>
            <pc:sldMk cId="3414679802" sldId="256"/>
            <ac:spMk id="5" creationId="{20EDAFE9-E091-E6B7-5043-92F930E2A9A4}"/>
          </ac:spMkLst>
        </pc:spChg>
        <pc:picChg chg="add mod">
          <ac:chgData name="정배 김" userId="cbe845278c8b7029" providerId="LiveId" clId="{518B52D6-0189-4CFD-ABA5-63530B58F337}" dt="2024-12-18T02:20:17.907" v="35" actId="1076"/>
          <ac:picMkLst>
            <pc:docMk/>
            <pc:sldMk cId="3414679802" sldId="256"/>
            <ac:picMk id="7" creationId="{03715889-EE69-A121-0878-F239868D3478}"/>
          </ac:picMkLst>
        </pc:picChg>
      </pc:sldChg>
      <pc:sldChg chg="del">
        <pc:chgData name="정배 김" userId="cbe845278c8b7029" providerId="LiveId" clId="{518B52D6-0189-4CFD-ABA5-63530B58F337}" dt="2024-12-18T02:18:42.615" v="5" actId="47"/>
        <pc:sldMkLst>
          <pc:docMk/>
          <pc:sldMk cId="978454308" sldId="257"/>
        </pc:sldMkLst>
      </pc:sldChg>
      <pc:sldChg chg="addSp modSp mod">
        <pc:chgData name="정배 김" userId="cbe845278c8b7029" providerId="LiveId" clId="{518B52D6-0189-4CFD-ABA5-63530B58F337}" dt="2024-12-18T02:19:13.325" v="12" actId="2711"/>
        <pc:sldMkLst>
          <pc:docMk/>
          <pc:sldMk cId="61410174" sldId="258"/>
        </pc:sldMkLst>
        <pc:graphicFrameChg chg="add mod modGraphic">
          <ac:chgData name="정배 김" userId="cbe845278c8b7029" providerId="LiveId" clId="{518B52D6-0189-4CFD-ABA5-63530B58F337}" dt="2024-12-18T02:19:13.325" v="12" actId="2711"/>
          <ac:graphicFrameMkLst>
            <pc:docMk/>
            <pc:sldMk cId="61410174" sldId="258"/>
            <ac:graphicFrameMk id="4" creationId="{FA77C34A-17F3-C275-D5BC-89EF0FF93385}"/>
          </ac:graphicFrameMkLst>
        </pc:graphicFrameChg>
      </pc:sldChg>
      <pc:sldChg chg="addSp delSp modSp mod ord">
        <pc:chgData name="정배 김" userId="cbe845278c8b7029" providerId="LiveId" clId="{518B52D6-0189-4CFD-ABA5-63530B58F337}" dt="2024-12-18T02:32:19.967" v="200"/>
        <pc:sldMkLst>
          <pc:docMk/>
          <pc:sldMk cId="2714574321" sldId="259"/>
        </pc:sldMkLst>
        <pc:picChg chg="add mod">
          <ac:chgData name="정배 김" userId="cbe845278c8b7029" providerId="LiveId" clId="{518B52D6-0189-4CFD-ABA5-63530B58F337}" dt="2024-12-18T02:22:26.673" v="42" actId="1076"/>
          <ac:picMkLst>
            <pc:docMk/>
            <pc:sldMk cId="2714574321" sldId="259"/>
            <ac:picMk id="7" creationId="{956C20DB-14DC-A320-3615-A0833E009EAF}"/>
          </ac:picMkLst>
        </pc:picChg>
      </pc:sldChg>
      <pc:sldChg chg="addSp modSp mod">
        <pc:chgData name="정배 김" userId="cbe845278c8b7029" providerId="LiveId" clId="{518B52D6-0189-4CFD-ABA5-63530B58F337}" dt="2024-12-18T02:32:08.493" v="198" actId="1076"/>
        <pc:sldMkLst>
          <pc:docMk/>
          <pc:sldMk cId="1511516031" sldId="260"/>
        </pc:sldMkLst>
        <pc:spChg chg="add mod">
          <ac:chgData name="정배 김" userId="cbe845278c8b7029" providerId="LiveId" clId="{518B52D6-0189-4CFD-ABA5-63530B58F337}" dt="2024-12-18T02:32:08.493" v="198" actId="1076"/>
          <ac:spMkLst>
            <pc:docMk/>
            <pc:sldMk cId="1511516031" sldId="260"/>
            <ac:spMk id="3" creationId="{C9EC15BE-E6CA-ACE4-1F06-6C82D32A785E}"/>
          </ac:spMkLst>
        </pc:spChg>
      </pc:sldChg>
      <pc:sldChg chg="modSp add mod">
        <pc:chgData name="정배 김" userId="cbe845278c8b7029" providerId="LiveId" clId="{518B52D6-0189-4CFD-ABA5-63530B58F337}" dt="2024-12-18T02:31:59.935" v="197" actId="1076"/>
        <pc:sldMkLst>
          <pc:docMk/>
          <pc:sldMk cId="3343657535" sldId="261"/>
        </pc:sldMkLst>
        <pc:spChg chg="mod">
          <ac:chgData name="정배 김" userId="cbe845278c8b7029" providerId="LiveId" clId="{518B52D6-0189-4CFD-ABA5-63530B58F337}" dt="2024-12-18T02:31:59.935" v="197" actId="1076"/>
          <ac:spMkLst>
            <pc:docMk/>
            <pc:sldMk cId="3343657535" sldId="261"/>
            <ac:spMk id="3" creationId="{4619DBDD-279D-88F1-5570-8644FF01D213}"/>
          </ac:spMkLst>
        </pc:spChg>
      </pc:sldChg>
      <pc:sldChg chg="addSp delSp modSp add del mod ord">
        <pc:chgData name="정배 김" userId="cbe845278c8b7029" providerId="LiveId" clId="{518B52D6-0189-4CFD-ABA5-63530B58F337}" dt="2024-12-18T02:45:58.065" v="577" actId="47"/>
        <pc:sldMkLst>
          <pc:docMk/>
          <pc:sldMk cId="650249378" sldId="262"/>
        </pc:sldMkLst>
      </pc:sldChg>
      <pc:sldChg chg="addSp delSp modSp add mod ord">
        <pc:chgData name="정배 김" userId="cbe845278c8b7029" providerId="LiveId" clId="{518B52D6-0189-4CFD-ABA5-63530B58F337}" dt="2024-12-18T02:45:50.592" v="576" actId="13926"/>
        <pc:sldMkLst>
          <pc:docMk/>
          <pc:sldMk cId="3913479004" sldId="263"/>
        </pc:sldMkLst>
        <pc:spChg chg="mod">
          <ac:chgData name="정배 김" userId="cbe845278c8b7029" providerId="LiveId" clId="{518B52D6-0189-4CFD-ABA5-63530B58F337}" dt="2024-12-18T02:37:55.952" v="350" actId="1076"/>
          <ac:spMkLst>
            <pc:docMk/>
            <pc:sldMk cId="3913479004" sldId="263"/>
            <ac:spMk id="2" creationId="{870AD439-375F-02C6-A6BC-F3E4D750DBA9}"/>
          </ac:spMkLst>
        </pc:spChg>
        <pc:spChg chg="add mod">
          <ac:chgData name="정배 김" userId="cbe845278c8b7029" providerId="LiveId" clId="{518B52D6-0189-4CFD-ABA5-63530B58F337}" dt="2024-12-18T02:45:42.498" v="574"/>
          <ac:spMkLst>
            <pc:docMk/>
            <pc:sldMk cId="3913479004" sldId="263"/>
            <ac:spMk id="3" creationId="{26F80E23-9A48-75E1-AA9C-C6327391DD25}"/>
          </ac:spMkLst>
        </pc:spChg>
        <pc:spChg chg="mod">
          <ac:chgData name="정배 김" userId="cbe845278c8b7029" providerId="LiveId" clId="{518B52D6-0189-4CFD-ABA5-63530B58F337}" dt="2024-12-18T02:37:53.048" v="349" actId="1076"/>
          <ac:spMkLst>
            <pc:docMk/>
            <pc:sldMk cId="3913479004" sldId="263"/>
            <ac:spMk id="4" creationId="{4297BEB5-7427-8C52-43A3-D41F6372A9A1}"/>
          </ac:spMkLst>
        </pc:spChg>
        <pc:spChg chg="mod">
          <ac:chgData name="정배 김" userId="cbe845278c8b7029" providerId="LiveId" clId="{518B52D6-0189-4CFD-ABA5-63530B58F337}" dt="2024-12-18T02:38:01.466" v="352" actId="1076"/>
          <ac:spMkLst>
            <pc:docMk/>
            <pc:sldMk cId="3913479004" sldId="263"/>
            <ac:spMk id="5" creationId="{984C2653-2034-B8B0-9550-8038FA16D8A8}"/>
          </ac:spMkLst>
        </pc:spChg>
        <pc:spChg chg="mod">
          <ac:chgData name="정배 김" userId="cbe845278c8b7029" providerId="LiveId" clId="{518B52D6-0189-4CFD-ABA5-63530B58F337}" dt="2024-12-18T02:38:04.405" v="353" actId="1076"/>
          <ac:spMkLst>
            <pc:docMk/>
            <pc:sldMk cId="3913479004" sldId="263"/>
            <ac:spMk id="7" creationId="{EED5BA77-AB7C-D67E-0D23-A1666AFCB22C}"/>
          </ac:spMkLst>
        </pc:spChg>
        <pc:spChg chg="add mod">
          <ac:chgData name="정배 김" userId="cbe845278c8b7029" providerId="LiveId" clId="{518B52D6-0189-4CFD-ABA5-63530B58F337}" dt="2024-12-18T02:45:47.758" v="575" actId="13926"/>
          <ac:spMkLst>
            <pc:docMk/>
            <pc:sldMk cId="3913479004" sldId="263"/>
            <ac:spMk id="9" creationId="{10A26AD0-504E-A285-455B-270CDD8DA84D}"/>
          </ac:spMkLst>
        </pc:spChg>
        <pc:spChg chg="add mod">
          <ac:chgData name="정배 김" userId="cbe845278c8b7029" providerId="LiveId" clId="{518B52D6-0189-4CFD-ABA5-63530B58F337}" dt="2024-12-18T02:45:50.592" v="576" actId="13926"/>
          <ac:spMkLst>
            <pc:docMk/>
            <pc:sldMk cId="3913479004" sldId="263"/>
            <ac:spMk id="10" creationId="{8A3846A0-A306-7221-910B-56617CF77598}"/>
          </ac:spMkLst>
        </pc:spChg>
      </pc:sldChg>
      <pc:sldChg chg="addSp delSp modSp add mod">
        <pc:chgData name="정배 김" userId="cbe845278c8b7029" providerId="LiveId" clId="{518B52D6-0189-4CFD-ABA5-63530B58F337}" dt="2024-12-18T02:50:22.635" v="769" actId="20577"/>
        <pc:sldMkLst>
          <pc:docMk/>
          <pc:sldMk cId="2158741366" sldId="264"/>
        </pc:sldMkLst>
        <pc:spChg chg="add mod">
          <ac:chgData name="정배 김" userId="cbe845278c8b7029" providerId="LiveId" clId="{518B52D6-0189-4CFD-ABA5-63530B58F337}" dt="2024-12-18T02:48:46.093" v="654" actId="1076"/>
          <ac:spMkLst>
            <pc:docMk/>
            <pc:sldMk cId="2158741366" sldId="264"/>
            <ac:spMk id="2" creationId="{D65D6903-908D-8648-6BA2-FFEA35D522C5}"/>
          </ac:spMkLst>
        </pc:spChg>
        <pc:spChg chg="add mod">
          <ac:chgData name="정배 김" userId="cbe845278c8b7029" providerId="LiveId" clId="{518B52D6-0189-4CFD-ABA5-63530B58F337}" dt="2024-12-18T02:40:28.121" v="387" actId="20577"/>
          <ac:spMkLst>
            <pc:docMk/>
            <pc:sldMk cId="2158741366" sldId="264"/>
            <ac:spMk id="3" creationId="{3656BD5D-FCEB-4D5A-D7DD-FC1C17ADACA6}"/>
          </ac:spMkLst>
        </pc:spChg>
        <pc:spChg chg="mod">
          <ac:chgData name="정배 김" userId="cbe845278c8b7029" providerId="LiveId" clId="{518B52D6-0189-4CFD-ABA5-63530B58F337}" dt="2024-12-18T02:48:38.436" v="649" actId="1076"/>
          <ac:spMkLst>
            <pc:docMk/>
            <pc:sldMk cId="2158741366" sldId="264"/>
            <ac:spMk id="8" creationId="{5D7A8032-90F5-3C99-9995-6837C4B6601E}"/>
          </ac:spMkLst>
        </pc:spChg>
        <pc:spChg chg="add mod">
          <ac:chgData name="정배 김" userId="cbe845278c8b7029" providerId="LiveId" clId="{518B52D6-0189-4CFD-ABA5-63530B58F337}" dt="2024-12-18T02:48:49.802" v="655" actId="1076"/>
          <ac:spMkLst>
            <pc:docMk/>
            <pc:sldMk cId="2158741366" sldId="264"/>
            <ac:spMk id="10" creationId="{8CA319D4-9AF5-E095-4448-930C2AA18EAB}"/>
          </ac:spMkLst>
        </pc:spChg>
        <pc:spChg chg="add mod">
          <ac:chgData name="정배 김" userId="cbe845278c8b7029" providerId="LiveId" clId="{518B52D6-0189-4CFD-ABA5-63530B58F337}" dt="2024-12-18T02:47:19.808" v="642"/>
          <ac:spMkLst>
            <pc:docMk/>
            <pc:sldMk cId="2158741366" sldId="264"/>
            <ac:spMk id="15" creationId="{90A1C653-8F30-711A-95DD-C2CA139E1843}"/>
          </ac:spMkLst>
        </pc:spChg>
        <pc:spChg chg="add mod">
          <ac:chgData name="정배 김" userId="cbe845278c8b7029" providerId="LiveId" clId="{518B52D6-0189-4CFD-ABA5-63530B58F337}" dt="2024-12-18T02:49:09.143" v="658"/>
          <ac:spMkLst>
            <pc:docMk/>
            <pc:sldMk cId="2158741366" sldId="264"/>
            <ac:spMk id="21" creationId="{C840842B-AF5E-EE13-3A6E-66C7FC7D6C58}"/>
          </ac:spMkLst>
        </pc:spChg>
        <pc:spChg chg="add mod">
          <ac:chgData name="정배 김" userId="cbe845278c8b7029" providerId="LiveId" clId="{518B52D6-0189-4CFD-ABA5-63530B58F337}" dt="2024-12-18T02:50:22.635" v="769" actId="20577"/>
          <ac:spMkLst>
            <pc:docMk/>
            <pc:sldMk cId="2158741366" sldId="264"/>
            <ac:spMk id="30" creationId="{DE93938D-F376-00A7-0C6B-FBDC21843BB5}"/>
          </ac:spMkLst>
        </pc:spChg>
        <pc:cxnChg chg="add mod">
          <ac:chgData name="정배 김" userId="cbe845278c8b7029" providerId="LiveId" clId="{518B52D6-0189-4CFD-ABA5-63530B58F337}" dt="2024-12-18T02:48:38.436" v="649" actId="1076"/>
          <ac:cxnSpMkLst>
            <pc:docMk/>
            <pc:sldMk cId="2158741366" sldId="264"/>
            <ac:cxnSpMk id="5" creationId="{89DE8BE9-4C3D-5BB7-58F4-5499BB751289}"/>
          </ac:cxnSpMkLst>
        </pc:cxnChg>
        <pc:cxnChg chg="add mod">
          <ac:chgData name="정배 김" userId="cbe845278c8b7029" providerId="LiveId" clId="{518B52D6-0189-4CFD-ABA5-63530B58F337}" dt="2024-12-18T02:48:46.093" v="654" actId="1076"/>
          <ac:cxnSpMkLst>
            <pc:docMk/>
            <pc:sldMk cId="2158741366" sldId="264"/>
            <ac:cxnSpMk id="14" creationId="{7375AC6F-125D-BCE3-1E6B-889BB1F2F6DB}"/>
          </ac:cxnSpMkLst>
        </pc:cxnChg>
        <pc:cxnChg chg="add mod">
          <ac:chgData name="정배 김" userId="cbe845278c8b7029" providerId="LiveId" clId="{518B52D6-0189-4CFD-ABA5-63530B58F337}" dt="2024-12-18T02:48:59.681" v="657" actId="1076"/>
          <ac:cxnSpMkLst>
            <pc:docMk/>
            <pc:sldMk cId="2158741366" sldId="264"/>
            <ac:cxnSpMk id="17" creationId="{255CDA52-CA7E-D7BF-B338-C1AD3D383AD1}"/>
          </ac:cxnSpMkLst>
        </pc:cxnChg>
      </pc:sldChg>
      <pc:sldChg chg="addSp delSp modSp add mod ord">
        <pc:chgData name="정배 김" userId="cbe845278c8b7029" providerId="LiveId" clId="{518B52D6-0189-4CFD-ABA5-63530B58F337}" dt="2024-12-18T02:51:40.333" v="780" actId="1076"/>
        <pc:sldMkLst>
          <pc:docMk/>
          <pc:sldMk cId="644639443" sldId="265"/>
        </pc:sldMkLst>
      </pc:sldChg>
    </pc:docChg>
  </pc:docChgLst>
  <pc:docChgLst>
    <pc:chgData name="정배 김" userId="cbe845278c8b7029" providerId="LiveId" clId="{32294452-6806-44FD-A9D9-ECA033FC9BEB}"/>
    <pc:docChg chg="undo custSel addSld delSld modSld sldOrd">
      <pc:chgData name="정배 김" userId="cbe845278c8b7029" providerId="LiveId" clId="{32294452-6806-44FD-A9D9-ECA033FC9BEB}" dt="2024-12-18T07:19:38.604" v="495" actId="20577"/>
      <pc:docMkLst>
        <pc:docMk/>
      </pc:docMkLst>
      <pc:sldChg chg="addSp delSp modSp mod">
        <pc:chgData name="정배 김" userId="cbe845278c8b7029" providerId="LiveId" clId="{32294452-6806-44FD-A9D9-ECA033FC9BEB}" dt="2024-12-18T06:58:10.441" v="46"/>
        <pc:sldMkLst>
          <pc:docMk/>
          <pc:sldMk cId="644639443" sldId="265"/>
        </pc:sldMkLst>
        <pc:spChg chg="add mod">
          <ac:chgData name="정배 김" userId="cbe845278c8b7029" providerId="LiveId" clId="{32294452-6806-44FD-A9D9-ECA033FC9BEB}" dt="2024-12-18T06:58:10.441" v="46"/>
          <ac:spMkLst>
            <pc:docMk/>
            <pc:sldMk cId="644639443" sldId="265"/>
            <ac:spMk id="6" creationId="{FEFA1FED-19B9-B616-1292-73F2E5E87BA7}"/>
          </ac:spMkLst>
        </pc:spChg>
        <pc:picChg chg="add mod">
          <ac:chgData name="정배 김" userId="cbe845278c8b7029" providerId="LiveId" clId="{32294452-6806-44FD-A9D9-ECA033FC9BEB}" dt="2024-12-18T06:57:20.930" v="13" actId="1076"/>
          <ac:picMkLst>
            <pc:docMk/>
            <pc:sldMk cId="644639443" sldId="265"/>
            <ac:picMk id="3" creationId="{FD483BE1-309B-3C00-7135-52432CCC8E4B}"/>
          </ac:picMkLst>
        </pc:picChg>
        <pc:picChg chg="add mod">
          <ac:chgData name="정배 김" userId="cbe845278c8b7029" providerId="LiveId" clId="{32294452-6806-44FD-A9D9-ECA033FC9BEB}" dt="2024-12-18T06:57:02.425" v="9" actId="1076"/>
          <ac:picMkLst>
            <pc:docMk/>
            <pc:sldMk cId="644639443" sldId="265"/>
            <ac:picMk id="5" creationId="{B775580F-74F5-D53C-4187-1419A7A1024D}"/>
          </ac:picMkLst>
        </pc:picChg>
      </pc:sldChg>
      <pc:sldChg chg="delSp add del mod">
        <pc:chgData name="정배 김" userId="cbe845278c8b7029" providerId="LiveId" clId="{32294452-6806-44FD-A9D9-ECA033FC9BEB}" dt="2024-12-18T07:12:54.656" v="251" actId="47"/>
        <pc:sldMkLst>
          <pc:docMk/>
          <pc:sldMk cId="3408147879" sldId="266"/>
        </pc:sldMkLst>
      </pc:sldChg>
      <pc:sldChg chg="addSp delSp modSp add mod ord">
        <pc:chgData name="정배 김" userId="cbe845278c8b7029" providerId="LiveId" clId="{32294452-6806-44FD-A9D9-ECA033FC9BEB}" dt="2024-12-18T07:19:38.604" v="495" actId="20577"/>
        <pc:sldMkLst>
          <pc:docMk/>
          <pc:sldMk cId="3591463260" sldId="267"/>
        </pc:sldMkLst>
        <pc:spChg chg="add mod">
          <ac:chgData name="정배 김" userId="cbe845278c8b7029" providerId="LiveId" clId="{32294452-6806-44FD-A9D9-ECA033FC9BEB}" dt="2024-12-18T07:05:52.884" v="96"/>
          <ac:spMkLst>
            <pc:docMk/>
            <pc:sldMk cId="3591463260" sldId="267"/>
            <ac:spMk id="7" creationId="{A5833828-2A1E-6941-CDF4-042973E44AF8}"/>
          </ac:spMkLst>
        </pc:spChg>
        <pc:spChg chg="add mod">
          <ac:chgData name="정배 김" userId="cbe845278c8b7029" providerId="LiveId" clId="{32294452-6806-44FD-A9D9-ECA033FC9BEB}" dt="2024-12-18T07:19:38.604" v="495" actId="20577"/>
          <ac:spMkLst>
            <pc:docMk/>
            <pc:sldMk cId="3591463260" sldId="267"/>
            <ac:spMk id="9" creationId="{2B452AAE-C72F-FD1C-5F6F-F9BB711BFB1E}"/>
          </ac:spMkLst>
        </pc:spChg>
        <pc:spChg chg="add mod">
          <ac:chgData name="정배 김" userId="cbe845278c8b7029" providerId="LiveId" clId="{32294452-6806-44FD-A9D9-ECA033FC9BEB}" dt="2024-12-18T07:18:09.648" v="398"/>
          <ac:spMkLst>
            <pc:docMk/>
            <pc:sldMk cId="3591463260" sldId="267"/>
            <ac:spMk id="10" creationId="{84130F57-7778-855C-4826-30D754A1314F}"/>
          </ac:spMkLst>
        </pc:spChg>
        <pc:picChg chg="add mod">
          <ac:chgData name="정배 김" userId="cbe845278c8b7029" providerId="LiveId" clId="{32294452-6806-44FD-A9D9-ECA033FC9BEB}" dt="2024-12-18T07:06:04.389" v="100" actId="14100"/>
          <ac:picMkLst>
            <pc:docMk/>
            <pc:sldMk cId="3591463260" sldId="267"/>
            <ac:picMk id="4" creationId="{04FE3F66-D5E0-DE49-D68A-9ADD46D6F776}"/>
          </ac:picMkLst>
        </pc:picChg>
      </pc:sldChg>
      <pc:sldChg chg="addSp delSp modSp add del mod">
        <pc:chgData name="정배 김" userId="cbe845278c8b7029" providerId="LiveId" clId="{32294452-6806-44FD-A9D9-ECA033FC9BEB}" dt="2024-12-18T07:14:05.301" v="256" actId="47"/>
        <pc:sldMkLst>
          <pc:docMk/>
          <pc:sldMk cId="549904548" sldId="268"/>
        </pc:sldMkLst>
      </pc:sldChg>
      <pc:sldChg chg="addSp modSp add mod">
        <pc:chgData name="정배 김" userId="cbe845278c8b7029" providerId="LiveId" clId="{32294452-6806-44FD-A9D9-ECA033FC9BEB}" dt="2024-12-18T07:13:58.759" v="254" actId="255"/>
        <pc:sldMkLst>
          <pc:docMk/>
          <pc:sldMk cId="3730223981" sldId="269"/>
        </pc:sldMkLst>
        <pc:spChg chg="add mod">
          <ac:chgData name="정배 김" userId="cbe845278c8b7029" providerId="LiveId" clId="{32294452-6806-44FD-A9D9-ECA033FC9BEB}" dt="2024-12-18T07:13:58.759" v="254" actId="255"/>
          <ac:spMkLst>
            <pc:docMk/>
            <pc:sldMk cId="3730223981" sldId="269"/>
            <ac:spMk id="4" creationId="{2FCE61D8-CC6C-04DE-B33F-285831539970}"/>
          </ac:spMkLst>
        </pc:spChg>
      </pc:sldChg>
      <pc:sldChg chg="addSp delSp modSp add mod">
        <pc:chgData name="정배 김" userId="cbe845278c8b7029" providerId="LiveId" clId="{32294452-6806-44FD-A9D9-ECA033FC9BEB}" dt="2024-12-18T07:16:30.749" v="394" actId="20577"/>
        <pc:sldMkLst>
          <pc:docMk/>
          <pc:sldMk cId="2507276235" sldId="270"/>
        </pc:sldMkLst>
        <pc:spChg chg="mod">
          <ac:chgData name="정배 김" userId="cbe845278c8b7029" providerId="LiveId" clId="{32294452-6806-44FD-A9D9-ECA033FC9BEB}" dt="2024-12-18T07:16:30.749" v="394" actId="20577"/>
          <ac:spMkLst>
            <pc:docMk/>
            <pc:sldMk cId="2507276235" sldId="270"/>
            <ac:spMk id="10" creationId="{95A67D66-D387-47F7-28FD-3C0851D9D613}"/>
          </ac:spMkLst>
        </pc:spChg>
        <pc:spChg chg="add mod">
          <ac:chgData name="정배 김" userId="cbe845278c8b7029" providerId="LiveId" clId="{32294452-6806-44FD-A9D9-ECA033FC9BEB}" dt="2024-12-18T07:15:19.975" v="264"/>
          <ac:spMkLst>
            <pc:docMk/>
            <pc:sldMk cId="2507276235" sldId="270"/>
            <ac:spMk id="12" creationId="{56FADB6A-27A2-7DA3-EA40-A130DA54D74C}"/>
          </ac:spMkLst>
        </pc:spChg>
        <pc:picChg chg="add mod">
          <ac:chgData name="정배 김" userId="cbe845278c8b7029" providerId="LiveId" clId="{32294452-6806-44FD-A9D9-ECA033FC9BEB}" dt="2024-12-18T07:15:16.845" v="262" actId="1076"/>
          <ac:picMkLst>
            <pc:docMk/>
            <pc:sldMk cId="2507276235" sldId="270"/>
            <ac:picMk id="11" creationId="{9B1FE6B7-3A6D-4319-5899-104B46B6CC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14E9E-8CF6-1074-465A-430CBC286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3CFDDC-C1CB-A982-2D18-41FAB99F6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B1145-FDD9-BAE1-FBC8-C2A9BDC1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E978F9-21E0-0275-20D1-248FECD2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03BE3A-0705-B841-F915-537C4161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11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75B58-849B-BF78-01B3-9B79A20DD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D0D2C9-BAA3-B5A0-89F0-E205E1EB7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FF13AB-5919-65D7-3D3C-ABB5C6E2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89426-7EBB-AE01-57DD-67591087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F3D25-2983-71A9-183B-A8E1D562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64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A34FD-E83A-B790-952B-028FACA8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C4E13-887F-FDE6-D797-CD1438ED3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CB3CF2-7F7B-DCD6-3DC5-1BFB1FD8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E3A824-2F79-755A-873D-592D0E44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075769-98E4-FFA9-0B0A-EDF71A6E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6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7A89E-1519-4E2C-6316-7181F522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341BE6-E1BB-8686-F19F-B257A702B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75767-740B-5859-B71E-33796FB7D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CCC203-026E-9ADE-BE3D-12E47165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E0F748-5BB1-186B-4E97-B3526483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FF6FEE-1428-1EE2-5041-AE86A26E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80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F798B-B14B-49B3-AD94-415114067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963C4F-E403-F6BC-65F1-59579660F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7B26B9-3E71-6E5A-EEE9-209E11697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491E0C-950E-2414-445B-508135798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0ADA49-91FB-AA19-DA88-FFBF59845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D4A1B7-0E76-9F0D-F431-37C90231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D92F25-BA92-793F-AE55-82230973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1521FF-069E-CC82-3173-4CC87F31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9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952FC-F1BF-F396-2349-2CE35845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AF4D0-7AB9-51AB-9661-A81B398C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BACA7E-89D7-505E-75AA-05347B9E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D3F8BE-9962-2D44-EE66-D5DE05AA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56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58FC2F-08BD-86F7-821E-AB791E1E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37801C-5402-5FA7-D738-A5B6524C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577FB-E5CB-ADA8-F42C-15DF7FD7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3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B9826-1178-8777-00B2-AF6E1244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5610D-2CBC-7624-D62C-8B219E4FD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816CB5-C4FC-E01D-A2DB-C0F3C661B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C7CCE3-E519-FFA5-BA41-15E53AC1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928934-23A8-5770-1ACD-2484CA4C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2FDE73-7F17-6FE0-F8A6-1BE38BDC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09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77A2D-D2B3-0CA2-C403-630593A4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D27392-EEEA-4F14-F91E-A307CBE94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717103-FB47-63DB-85C5-100890787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590E0-F3E3-A8B2-7D5D-D9494009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60B2E-7434-3B3A-1E79-43ADC53B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AB2BB7-8766-A563-D5DB-0B54C773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19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64A82-F82C-5184-9339-353416C68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C2AE20-AE5E-3EC4-7028-E29D8800E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4D1C9-C3C3-1341-83B6-AC500453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7D1BC-8C7D-052F-FCE4-9F3B67D3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B034D7-FAD5-B2E3-0BA4-36630360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59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75B343-660C-D980-163A-DE179A957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BBA7AC-34C2-FE23-021B-BCFCDEC86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9E496-847A-6A83-7F3E-F8B9E6F2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2A478-1B4E-FF2B-D7EC-DC43F4514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625210-765C-E85F-51F5-AA8850F4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04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0CA1ED-EA97-223F-0793-D6693C33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D9EF31-42B8-7AE5-E8BC-D901432EB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4EEE3-A647-26E2-957A-1C9604163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473B3-6929-4AFA-8F73-B81B6A541BBB}" type="datetimeFigureOut">
              <a:rPr lang="ko-KR" altLang="en-US" smtClean="0"/>
              <a:t>2024-12-20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7C603-3124-C055-CD86-31B1A93E1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B3606D-7891-5F3D-90BB-632B97285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30436-F300-41AF-9AE5-E6C0078A5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19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EDAFE9-E091-E6B7-5043-92F930E2A9A4}"/>
              </a:ext>
            </a:extLst>
          </p:cNvPr>
          <p:cNvSpPr txBox="1"/>
          <p:nvPr/>
        </p:nvSpPr>
        <p:spPr>
          <a:xfrm>
            <a:off x="1192236" y="849947"/>
            <a:ext cx="969615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3200" b="0" i="0" u="none" strike="noStrike" dirty="0">
                <a:solidFill>
                  <a:srgbClr val="595959"/>
                </a:solidFill>
                <a:effectLst/>
                <a:latin typeface="+mj-lt"/>
              </a:rPr>
              <a:t>프런트 파일 구성</a:t>
            </a:r>
            <a:endParaRPr lang="ko-KR" altLang="en-US" b="0" dirty="0">
              <a:effectLst/>
              <a:latin typeface="+mj-lt"/>
            </a:endParaRPr>
          </a:p>
          <a:p>
            <a:pPr rtl="0"/>
            <a:br>
              <a:rPr lang="ko-KR" altLang="en-US" b="0" dirty="0">
                <a:effectLst/>
                <a:latin typeface="+mj-lt"/>
              </a:rPr>
            </a:br>
            <a:r>
              <a:rPr lang="ko-KR" altLang="en-US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위치   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abc.office</a:t>
            </a: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\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abc.common</a:t>
            </a: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\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src</a:t>
            </a: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\main\webapp\resources\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abc</a:t>
            </a: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\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js</a:t>
            </a: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\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cnfg</a:t>
            </a: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\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corp</a:t>
            </a:r>
            <a:endParaRPr lang="en-US" altLang="ko-KR" b="0" dirty="0">
              <a:effectLst/>
              <a:latin typeface="+mj-lt"/>
            </a:endParaRPr>
          </a:p>
          <a:p>
            <a:pPr rtl="0"/>
            <a:br>
              <a:rPr lang="en-US" altLang="ko-KR" b="0" dirty="0">
                <a:effectLst/>
                <a:latin typeface="+mj-lt"/>
              </a:rPr>
            </a:b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-- </a:t>
            </a:r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formbuilder</a:t>
            </a:r>
            <a:endParaRPr lang="en-US" altLang="ko-KR" b="0" dirty="0">
              <a:effectLst/>
              <a:latin typeface="+mj-lt"/>
            </a:endParaRPr>
          </a:p>
          <a:p>
            <a:pPr rtl="0"/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      -- comp</a:t>
            </a:r>
            <a:endParaRPr lang="en-US" altLang="ko-KR" b="0" dirty="0">
              <a:effectLst/>
              <a:latin typeface="+mj-lt"/>
            </a:endParaRPr>
          </a:p>
          <a:p>
            <a:pPr rtl="0"/>
            <a:br>
              <a:rPr lang="en-US" altLang="ko-KR" b="0" dirty="0">
                <a:effectLst/>
                <a:latin typeface="+mj-lt"/>
              </a:rPr>
            </a:br>
            <a:r>
              <a:rPr lang="ko-KR" altLang="en-US" dirty="0">
                <a:latin typeface="+mj-lt"/>
              </a:rPr>
              <a:t>파일명 </a:t>
            </a:r>
            <a:r>
              <a:rPr lang="en-US" altLang="ko-KR" sz="1800" b="0" i="0" u="none" strike="noStrike" dirty="0">
                <a:solidFill>
                  <a:srgbClr val="333333"/>
                </a:solidFill>
                <a:effectLst/>
                <a:latin typeface="+mj-lt"/>
              </a:rPr>
              <a:t>PREFIX</a:t>
            </a:r>
            <a:endParaRPr lang="en-US" altLang="ko-KR" b="0" dirty="0">
              <a:effectLst/>
              <a:latin typeface="+mj-lt"/>
            </a:endParaRPr>
          </a:p>
          <a:p>
            <a:pPr rtl="0"/>
            <a:r>
              <a:rPr lang="en-US" altLang="ko-KR" sz="1800" b="0" i="0" u="none" strike="noStrike" dirty="0" err="1">
                <a:solidFill>
                  <a:srgbClr val="333333"/>
                </a:solidFill>
                <a:effectLst/>
                <a:latin typeface="+mj-lt"/>
              </a:rPr>
              <a:t>cnfg.corp.apr.formbuilder.comp</a:t>
            </a:r>
            <a:endParaRPr lang="en-US" altLang="ko-KR" b="0" dirty="0">
              <a:effectLst/>
              <a:latin typeface="+mj-lt"/>
            </a:endParaRPr>
          </a:p>
          <a:p>
            <a:endParaRPr lang="ko-KR" altLang="en-US" dirty="0">
              <a:latin typeface="+mj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715889-EE69-A121-0878-F239868D3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58" y="2082019"/>
            <a:ext cx="7173326" cy="451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7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2CD40-94D5-CCD3-3505-8619A0CF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77C34A-17F3-C275-D5BC-89EF0FF93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162157"/>
              </p:ext>
            </p:extLst>
          </p:nvPr>
        </p:nvGraphicFramePr>
        <p:xfrm>
          <a:off x="582705" y="324752"/>
          <a:ext cx="11026590" cy="6208496"/>
        </p:xfrm>
        <a:graphic>
          <a:graphicData uri="http://schemas.openxmlformats.org/drawingml/2006/table">
            <a:tbl>
              <a:tblPr/>
              <a:tblGrid>
                <a:gridCol w="3675530">
                  <a:extLst>
                    <a:ext uri="{9D8B030D-6E8A-4147-A177-3AD203B41FA5}">
                      <a16:colId xmlns:a16="http://schemas.microsoft.com/office/drawing/2014/main" val="4001892271"/>
                    </a:ext>
                  </a:extLst>
                </a:gridCol>
                <a:gridCol w="3675530">
                  <a:extLst>
                    <a:ext uri="{9D8B030D-6E8A-4147-A177-3AD203B41FA5}">
                      <a16:colId xmlns:a16="http://schemas.microsoft.com/office/drawing/2014/main" val="3099487355"/>
                    </a:ext>
                  </a:extLst>
                </a:gridCol>
                <a:gridCol w="3675530">
                  <a:extLst>
                    <a:ext uri="{9D8B030D-6E8A-4147-A177-3AD203B41FA5}">
                      <a16:colId xmlns:a16="http://schemas.microsoft.com/office/drawing/2014/main" val="534401982"/>
                    </a:ext>
                  </a:extLst>
                </a:gridCol>
              </a:tblGrid>
              <a:tr h="209202">
                <a:tc>
                  <a:txBody>
                    <a:bodyPr/>
                    <a:lstStyle/>
                    <a:p>
                      <a:r>
                        <a:rPr lang="ko-KR" altLang="en-US" sz="1200" b="1">
                          <a:latin typeface="+mn-ea"/>
                          <a:ea typeface="+mn-ea"/>
                        </a:rPr>
                        <a:t>기능명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>
                          <a:latin typeface="+mn-ea"/>
                          <a:ea typeface="+mn-ea"/>
                        </a:rPr>
                        <a:t>모듈구분명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>
                          <a:latin typeface="+mn-ea"/>
                          <a:ea typeface="+mn-ea"/>
                        </a:rPr>
                        <a:t>파일명</a:t>
                      </a: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479588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모듈부모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CPElemParent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cpelemparent.js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03586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공통처리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CPCommon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cpcommon.js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515982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불러오기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builderDocList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builderdoclist.js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196364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결재선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CPApprovalLine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cpapprovalline.js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564710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계산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CPCalculator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cpcalculator.js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86950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체크박스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CPCheckbox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cpcheckbox.js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36739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통화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CPCurrency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cpcurrency.js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718509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기간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CPDatebetween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cpdatebetween.js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998588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날짜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CPDatebox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cpdatebox.js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131538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CPDatetime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cpdatetime.js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897614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자동항목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문서정보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CPDocinfo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cpdocinfo.js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242963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양식명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CPFormtitle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cpformtitle.js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952903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여백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CPHeightgap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cpheightgap.js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744972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텍스트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CPInput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cpinput.js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104400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레이블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CPLabel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cplabel.js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37097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자동항목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기존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CPMacro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cpmacro.js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020842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편집기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CPMultiwebeditor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cpmultiwebeditor.js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850194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숫자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CPNumber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cpnumber.js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889944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조직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CPOrganize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cporganize.js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986643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라디오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CPRadio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cpradio.js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364254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드롭박스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CPSelectbox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cpselectbox.js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87236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표컴포넌트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CPTable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cptable.js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986658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멀티텍스트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CPTextarea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cptextarea.js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714558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CPTitle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cptitle.js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648193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툴팁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CPTooltip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cptooltip.js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570918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미리보기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CPView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cpview.js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599296"/>
                  </a:ext>
                </a:extLst>
              </a:tr>
              <a:tr h="209202">
                <a:tc>
                  <a:txBody>
                    <a:bodyPr/>
                    <a:lstStyle/>
                    <a:p>
                      <a:r>
                        <a:rPr lang="ko-KR" altLang="en-US" sz="1200">
                          <a:latin typeface="+mn-ea"/>
                          <a:ea typeface="+mn-ea"/>
                        </a:rPr>
                        <a:t>본문내용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ea"/>
                          <a:ea typeface="+mn-ea"/>
                        </a:rPr>
                        <a:t>CPWebeditor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ea"/>
                          <a:ea typeface="+mn-ea"/>
                        </a:rPr>
                        <a:t>cpwebeditor.js</a:t>
                      </a:r>
                    </a:p>
                  </a:txBody>
                  <a:tcPr marL="38851" marR="38851" marT="19426" marB="194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349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1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471F4-1B0B-F628-960B-7D63C73A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EC15BE-E6CA-ACE4-1F06-6C82D32A7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07" y="843695"/>
            <a:ext cx="11277986" cy="5491146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158700" rIns="15870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>
                <a:solidFill>
                  <a:srgbClr val="333333"/>
                </a:solidFill>
                <a:latin typeface="+mn-ea"/>
              </a:rPr>
              <a:t>API</a:t>
            </a:r>
            <a:r>
              <a:rPr lang="ko-KR" altLang="en-US" sz="1400" dirty="0">
                <a:solidFill>
                  <a:srgbClr val="333333"/>
                </a:solidFill>
                <a:latin typeface="+mn-ea"/>
              </a:rPr>
              <a:t> 호출 목록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solidFill>
                <a:srgbClr val="333333"/>
              </a:solidFill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-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저장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solidFill>
                <a:srgbClr val="333333"/>
              </a:solidFill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type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: "POST", url: "/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cnfg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corp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apr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formbuilder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/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save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data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: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formSeq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양식시퀀스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,"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docNo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": 문서번호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,"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keepYy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": 보존연한 , 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formContent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양식html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, 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previewCont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미리보기html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, "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formTitle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":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양식명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return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result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</a:rPr>
              <a:t>=SUCCESS|FAIL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양식목록불러오기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1400" dirty="0"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type: "GET",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url: "/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cnfg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corp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apr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formbuilder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formlist.json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"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data : &amp;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sortField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  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정렬컬럼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formTitle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      &amp;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sortDirection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asc|desc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return Array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get column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formTitle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formBuilderSeq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151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BD90-3910-A1F4-8497-BDA50071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19DBDD-279D-88F1-5570-8644FF01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07" y="885507"/>
            <a:ext cx="11277986" cy="484481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158700" rIns="15870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양식명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중복체크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type: "POST",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url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: '/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cnfg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corp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apr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formbuilder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findDupFormTitle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',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data: {"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formTitle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":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formTitle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},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양식명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return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중복갯수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문서정보 불러오기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url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: '/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cnfg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corp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apr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formbuilder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getaprdoc.json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',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type : "post",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data: {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"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formBuilderSeq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" : 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formBuilderSeq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"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apprDocSeq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" : 0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결재문서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번호없으면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0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설정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}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return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AP_FORM_NM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양식명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AP_KEEP_YY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보존연한년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AP_KEEP_MM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보존연한월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AP_DOC_NO_FORM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문서번호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AP_APPR_COMP_DTIME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완료일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3657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81C1-F2BB-E7E9-A594-F467C7E3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56C20DB-14DC-A320-3615-A0833E009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22" y="254328"/>
            <a:ext cx="10815601" cy="660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7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1507C-4CEA-59B1-A989-5DC422B4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70AD439-375F-02C6-A6BC-F3E4D750DBA9}"/>
              </a:ext>
            </a:extLst>
          </p:cNvPr>
          <p:cNvSpPr/>
          <p:nvPr/>
        </p:nvSpPr>
        <p:spPr>
          <a:xfrm>
            <a:off x="759656" y="1527862"/>
            <a:ext cx="1800664" cy="66118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j-lt"/>
              </a:rPr>
              <a:t>메뉴선택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297BEB5-7427-8C52-43A3-D41F6372A9A1}"/>
              </a:ext>
            </a:extLst>
          </p:cNvPr>
          <p:cNvSpPr/>
          <p:nvPr/>
        </p:nvSpPr>
        <p:spPr>
          <a:xfrm>
            <a:off x="2560320" y="2767819"/>
            <a:ext cx="1800664" cy="66118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addComp</a:t>
            </a:r>
            <a:endParaRPr lang="ko-KR" altLang="en-US" dirty="0">
              <a:latin typeface="+mj-lt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84C2653-2034-B8B0-9550-8038FA16D8A8}"/>
              </a:ext>
            </a:extLst>
          </p:cNvPr>
          <p:cNvSpPr/>
          <p:nvPr/>
        </p:nvSpPr>
        <p:spPr>
          <a:xfrm>
            <a:off x="4360984" y="4007776"/>
            <a:ext cx="1800664" cy="66118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CPElemParent.addComp</a:t>
            </a:r>
            <a:endParaRPr lang="ko-KR" alt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DF000-EBC9-98B3-4475-F04F12D919F4}"/>
              </a:ext>
            </a:extLst>
          </p:cNvPr>
          <p:cNvSpPr txBox="1"/>
          <p:nvPr/>
        </p:nvSpPr>
        <p:spPr>
          <a:xfrm>
            <a:off x="759656" y="364311"/>
            <a:ext cx="96398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3200" dirty="0">
                <a:solidFill>
                  <a:srgbClr val="595959"/>
                </a:solidFill>
                <a:latin typeface="+mj-lt"/>
              </a:rPr>
              <a:t>함수 호출 시퀀스</a:t>
            </a:r>
            <a:endParaRPr lang="ko-KR" altLang="en-US" dirty="0">
              <a:latin typeface="+mj-lt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ED5BA77-AB7C-D67E-0D23-A1666AFCB22C}"/>
              </a:ext>
            </a:extLst>
          </p:cNvPr>
          <p:cNvSpPr/>
          <p:nvPr/>
        </p:nvSpPr>
        <p:spPr>
          <a:xfrm>
            <a:off x="6161648" y="5359793"/>
            <a:ext cx="1800664" cy="66118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CPElemParent.setState</a:t>
            </a:r>
            <a:endParaRPr lang="ko-KR" altLang="en-US" dirty="0">
              <a:latin typeface="+mj-lt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6F80E23-9A48-75E1-AA9C-C6327391DD25}"/>
              </a:ext>
            </a:extLst>
          </p:cNvPr>
          <p:cNvSpPr/>
          <p:nvPr/>
        </p:nvSpPr>
        <p:spPr>
          <a:xfrm>
            <a:off x="8458787" y="2640428"/>
            <a:ext cx="2345786" cy="12192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</a:t>
            </a:r>
            <a:r>
              <a:rPr lang="en-US" altLang="ko-KR" dirty="0">
                <a:latin typeface="+mj-lt"/>
              </a:rPr>
              <a:t>.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highlight>
                  <a:srgbClr val="FFFF00"/>
                </a:highlight>
                <a:latin typeface="+mj-lt"/>
              </a:rPr>
              <a:t>createDocHorizon</a:t>
            </a:r>
            <a:endParaRPr lang="en-US" altLang="ko-KR" sz="1800" dirty="0">
              <a:solidFill>
                <a:srgbClr val="000000"/>
              </a:solidFill>
              <a:highlight>
                <a:srgbClr val="FFFF00"/>
              </a:highlight>
              <a:latin typeface="+mj-lt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</a:rPr>
              <a:t>가로세로 설정</a:t>
            </a:r>
            <a:r>
              <a:rPr lang="en-US" altLang="ko-KR" dirty="0">
                <a:highlight>
                  <a:srgbClr val="FFFF00"/>
                </a:highlight>
                <a:latin typeface="+mj-lt"/>
              </a:rPr>
              <a:t>.</a:t>
            </a:r>
            <a:endParaRPr lang="ko-KR" altLang="en-US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A26AD0-504E-A285-455B-270CDD8DA84D}"/>
              </a:ext>
            </a:extLst>
          </p:cNvPr>
          <p:cNvSpPr/>
          <p:nvPr/>
        </p:nvSpPr>
        <p:spPr>
          <a:xfrm>
            <a:off x="8458787" y="4070645"/>
            <a:ext cx="2345786" cy="12192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</a:t>
            </a:r>
            <a:r>
              <a:rPr lang="en-US" altLang="ko-KR" dirty="0">
                <a:latin typeface="+mj-lt"/>
              </a:rPr>
              <a:t>.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highlight>
                  <a:srgbClr val="FFFF00"/>
                </a:highlight>
                <a:latin typeface="+mj-lt"/>
              </a:rPr>
              <a:t>commonAttrEventHandler</a:t>
            </a:r>
            <a:endParaRPr lang="ko-KR" altLang="en-US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3846A0-A306-7221-910B-56617CF77598}"/>
              </a:ext>
            </a:extLst>
          </p:cNvPr>
          <p:cNvSpPr/>
          <p:nvPr/>
        </p:nvSpPr>
        <p:spPr>
          <a:xfrm>
            <a:off x="8458787" y="5461000"/>
            <a:ext cx="2345786" cy="12192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</a:t>
            </a:r>
            <a:r>
              <a:rPr lang="en-US" altLang="ko-KR" dirty="0">
                <a:latin typeface="+mj-lt"/>
              </a:rPr>
              <a:t>.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highlight>
                  <a:srgbClr val="FFFF00"/>
                </a:highlight>
                <a:latin typeface="+mj-lt"/>
              </a:rPr>
              <a:t>applyElemToAttrView</a:t>
            </a:r>
            <a:endParaRPr lang="ko-KR" altLang="en-US" dirty="0">
              <a:highlight>
                <a:srgbClr val="FFFF00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347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420F-0420-829E-9966-5F186D26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088F67-96AB-6CB4-34F7-A6375DB7F3DB}"/>
              </a:ext>
            </a:extLst>
          </p:cNvPr>
          <p:cNvSpPr txBox="1"/>
          <p:nvPr/>
        </p:nvSpPr>
        <p:spPr>
          <a:xfrm>
            <a:off x="759656" y="364311"/>
            <a:ext cx="96398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3200" dirty="0">
                <a:solidFill>
                  <a:srgbClr val="595959"/>
                </a:solidFill>
                <a:latin typeface="+mj-lt"/>
              </a:rPr>
              <a:t>함수 호출 시퀀스</a:t>
            </a:r>
            <a:endParaRPr lang="ko-KR" altLang="en-US" dirty="0">
              <a:latin typeface="+mj-lt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7A8032-90F5-3C99-9995-6837C4B6601E}"/>
              </a:ext>
            </a:extLst>
          </p:cNvPr>
          <p:cNvSpPr/>
          <p:nvPr/>
        </p:nvSpPr>
        <p:spPr>
          <a:xfrm>
            <a:off x="4320635" y="601543"/>
            <a:ext cx="3280701" cy="12192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</a:t>
            </a:r>
            <a:r>
              <a:rPr lang="en-US" altLang="ko-KR" dirty="0">
                <a:latin typeface="+mj-lt"/>
              </a:rPr>
              <a:t>.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changeAttrViewHandler</a:t>
            </a:r>
            <a:endParaRPr lang="ko-KR" altLang="en-US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65D6903-908D-8648-6BA2-FFEA35D522C5}"/>
              </a:ext>
            </a:extLst>
          </p:cNvPr>
          <p:cNvSpPr/>
          <p:nvPr/>
        </p:nvSpPr>
        <p:spPr>
          <a:xfrm>
            <a:off x="4320635" y="2112749"/>
            <a:ext cx="3280701" cy="12192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</a:t>
            </a:r>
            <a:r>
              <a:rPr lang="en-US" altLang="ko-KR" dirty="0">
                <a:latin typeface="+mj-lt"/>
              </a:rPr>
              <a:t>.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applyAttrToElem</a:t>
            </a:r>
            <a:endParaRPr lang="ko-KR" altLang="en-US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656BD5D-FCEB-4D5A-D7DD-FC1C17ADACA6}"/>
              </a:ext>
            </a:extLst>
          </p:cNvPr>
          <p:cNvSpPr/>
          <p:nvPr/>
        </p:nvSpPr>
        <p:spPr>
          <a:xfrm>
            <a:off x="1117600" y="1473200"/>
            <a:ext cx="1697699" cy="1219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lt"/>
              </a:rPr>
              <a:t>Change Event</a:t>
            </a:r>
            <a:endParaRPr lang="ko-KR" altLang="en-US" dirty="0">
              <a:latin typeface="+mj-lt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9DE8BE9-4C3D-5BB7-58F4-5499BB751289}"/>
              </a:ext>
            </a:extLst>
          </p:cNvPr>
          <p:cNvCxnSpPr>
            <a:stCxn id="3" idx="6"/>
            <a:endCxn id="8" idx="1"/>
          </p:cNvCxnSpPr>
          <p:nvPr/>
        </p:nvCxnSpPr>
        <p:spPr>
          <a:xfrm flipV="1">
            <a:off x="2815299" y="1211143"/>
            <a:ext cx="1505336" cy="871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A319D4-9AF5-E095-4448-930C2AA18EAB}"/>
              </a:ext>
            </a:extLst>
          </p:cNvPr>
          <p:cNvSpPr txBox="1"/>
          <p:nvPr/>
        </p:nvSpPr>
        <p:spPr>
          <a:xfrm>
            <a:off x="7769766" y="2112749"/>
            <a:ext cx="40802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00"/>
                </a:solidFill>
                <a:latin typeface="+mj-lt"/>
              </a:rPr>
              <a:t>findElemAttrDataToJson</a:t>
            </a:r>
            <a:r>
              <a:rPr lang="en-US" altLang="ko-KR" sz="1400" dirty="0">
                <a:solidFill>
                  <a:srgbClr val="000000"/>
                </a:solidFill>
                <a:latin typeface="+mj-lt"/>
              </a:rPr>
              <a:t> : </a:t>
            </a:r>
            <a:r>
              <a:rPr lang="ko-KR" altLang="en-US" sz="1400" dirty="0" err="1">
                <a:solidFill>
                  <a:srgbClr val="000000"/>
                </a:solidFill>
                <a:latin typeface="+mj-lt"/>
              </a:rPr>
              <a:t>속성뷰에서</a:t>
            </a:r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latin typeface="+mj-lt"/>
              </a:rPr>
              <a:t>입력값을</a:t>
            </a:r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 읽어 </a:t>
            </a:r>
            <a:r>
              <a:rPr lang="en-US" altLang="ko-KR" sz="1400" dirty="0" err="1">
                <a:solidFill>
                  <a:srgbClr val="000000"/>
                </a:solidFill>
                <a:latin typeface="+mj-lt"/>
              </a:rPr>
              <a:t>json</a:t>
            </a:r>
            <a:r>
              <a:rPr lang="en-US" altLang="ko-KR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리턴</a:t>
            </a:r>
            <a:r>
              <a:rPr lang="en-US" altLang="ko-KR" sz="140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endParaRPr lang="en-US" altLang="ko-KR" sz="1400" dirty="0">
              <a:solidFill>
                <a:srgbClr val="000000"/>
              </a:solidFill>
              <a:latin typeface="+mj-lt"/>
            </a:endParaRPr>
          </a:p>
          <a:p>
            <a:endParaRPr lang="en-US" altLang="ko-KR" sz="1400" dirty="0">
              <a:solidFill>
                <a:srgbClr val="000000"/>
              </a:solidFill>
              <a:latin typeface="+mj-lt"/>
            </a:endParaRPr>
          </a:p>
          <a:p>
            <a:r>
              <a:rPr lang="en-US" altLang="ko-KR" sz="1400" dirty="0" err="1">
                <a:solidFill>
                  <a:srgbClr val="000000"/>
                </a:solidFill>
                <a:latin typeface="+mj-lt"/>
              </a:rPr>
              <a:t>setStyleFromJson</a:t>
            </a:r>
            <a:r>
              <a:rPr lang="en-US" altLang="ko-KR" sz="1400" dirty="0">
                <a:solidFill>
                  <a:srgbClr val="000000"/>
                </a:solidFill>
                <a:latin typeface="+mj-lt"/>
              </a:rPr>
              <a:t> : </a:t>
            </a:r>
            <a:r>
              <a:rPr lang="en-US" altLang="ko-KR" sz="1400" dirty="0" err="1">
                <a:solidFill>
                  <a:srgbClr val="000000"/>
                </a:solidFill>
                <a:latin typeface="+mj-lt"/>
              </a:rPr>
              <a:t>json</a:t>
            </a:r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을 태그에 스타일로 적용</a:t>
            </a:r>
            <a:r>
              <a:rPr lang="en-US" altLang="ko-KR" sz="140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endParaRPr lang="ko-KR" altLang="en-US" sz="1400" dirty="0">
              <a:latin typeface="+mj-lt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375AC6F-125D-BCE3-1E6B-889BB1F2F6DB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>
            <a:off x="5960986" y="1820743"/>
            <a:ext cx="0" cy="292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90A1C653-8F30-711A-95DD-C2CA139E1843}"/>
              </a:ext>
            </a:extLst>
          </p:cNvPr>
          <p:cNvSpPr/>
          <p:nvPr/>
        </p:nvSpPr>
        <p:spPr>
          <a:xfrm>
            <a:off x="1264912" y="4775199"/>
            <a:ext cx="1697699" cy="1219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+mj-lt"/>
              </a:rPr>
              <a:t>컴포넌트 추가 또는 선택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55CDA52-CA7E-D7BF-B338-C1AD3D383AD1}"/>
              </a:ext>
            </a:extLst>
          </p:cNvPr>
          <p:cNvCxnSpPr>
            <a:cxnSpLocks/>
            <a:stCxn id="15" idx="6"/>
            <a:endCxn id="21" idx="1"/>
          </p:cNvCxnSpPr>
          <p:nvPr/>
        </p:nvCxnSpPr>
        <p:spPr>
          <a:xfrm>
            <a:off x="2962611" y="5384799"/>
            <a:ext cx="13580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840842B-AF5E-EE13-3A6E-66C7FC7D6C58}"/>
              </a:ext>
            </a:extLst>
          </p:cNvPr>
          <p:cNvSpPr/>
          <p:nvPr/>
        </p:nvSpPr>
        <p:spPr>
          <a:xfrm>
            <a:off x="4320634" y="4775199"/>
            <a:ext cx="3280701" cy="12192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</a:rPr>
              <a:t>CPElemParent</a:t>
            </a:r>
            <a:r>
              <a:rPr lang="en-US" altLang="ko-KR" dirty="0">
                <a:latin typeface="+mj-lt"/>
              </a:rPr>
              <a:t>.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applyElemToAttrView</a:t>
            </a:r>
            <a:endParaRPr lang="ko-KR" altLang="en-US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93938D-F376-00A7-0C6B-FBDC21843BB5}"/>
              </a:ext>
            </a:extLst>
          </p:cNvPr>
          <p:cNvSpPr txBox="1"/>
          <p:nvPr/>
        </p:nvSpPr>
        <p:spPr>
          <a:xfrm>
            <a:off x="7769766" y="4775199"/>
            <a:ext cx="40802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컴포넌트의 스타일 속성을 읽어 </a:t>
            </a:r>
            <a:r>
              <a:rPr lang="ko-KR" altLang="en-US" sz="1400" dirty="0" err="1">
                <a:solidFill>
                  <a:srgbClr val="000000"/>
                </a:solidFill>
                <a:latin typeface="+mj-lt"/>
              </a:rPr>
              <a:t>속성뷰에</a:t>
            </a:r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latin typeface="+mj-lt"/>
              </a:rPr>
              <a:t>속성뷰에</a:t>
            </a:r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latin typeface="+mj-lt"/>
              </a:rPr>
              <a:t>입력값</a:t>
            </a:r>
            <a:r>
              <a:rPr lang="ko-KR" altLang="en-US" sz="1400" dirty="0">
                <a:solidFill>
                  <a:srgbClr val="000000"/>
                </a:solidFill>
                <a:latin typeface="+mj-lt"/>
              </a:rPr>
              <a:t> 설정</a:t>
            </a:r>
            <a:r>
              <a:rPr lang="en-US" altLang="ko-KR" sz="140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8741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294A8-35F6-CDC5-9081-BBE613092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483BE1-309B-3C00-7135-52432CCC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514087"/>
            <a:ext cx="8946881" cy="3519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775580F-74F5-D53C-4187-1419A7A10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272175"/>
            <a:ext cx="6686550" cy="2224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A1FED-19B9-B616-1292-73F2E5E87BA7}"/>
              </a:ext>
            </a:extLst>
          </p:cNvPr>
          <p:cNvSpPr txBox="1"/>
          <p:nvPr/>
        </p:nvSpPr>
        <p:spPr>
          <a:xfrm>
            <a:off x="759657" y="3952926"/>
            <a:ext cx="4783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600" dirty="0">
                <a:solidFill>
                  <a:srgbClr val="595959"/>
                </a:solidFill>
                <a:latin typeface="+mj-lt"/>
              </a:rPr>
              <a:t>양식보기</a:t>
            </a:r>
            <a:endParaRPr lang="ko-KR" alt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4639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AE46-3A86-0AA7-ED3E-26FF913D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4FE3F66-D5E0-DE49-D68A-9ADD46D6F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71" y="4142342"/>
            <a:ext cx="6076467" cy="24400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833828-2A1E-6941-CDF4-042973E44AF8}"/>
              </a:ext>
            </a:extLst>
          </p:cNvPr>
          <p:cNvSpPr txBox="1"/>
          <p:nvPr/>
        </p:nvSpPr>
        <p:spPr>
          <a:xfrm>
            <a:off x="1105359" y="613125"/>
            <a:ext cx="4783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600" dirty="0">
                <a:solidFill>
                  <a:srgbClr val="595959"/>
                </a:solidFill>
                <a:latin typeface="+mj-lt"/>
              </a:rPr>
              <a:t>관리자 </a:t>
            </a:r>
            <a:r>
              <a:rPr lang="ko-KR" altLang="en-US" sz="1600" dirty="0" err="1">
                <a:solidFill>
                  <a:srgbClr val="595959"/>
                </a:solidFill>
                <a:latin typeface="+mj-lt"/>
              </a:rPr>
              <a:t>양식상세</a:t>
            </a:r>
            <a:endParaRPr lang="ko-KR" altLang="en-US" sz="16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52AAE-C72F-FD1C-5F6F-F9BB711BFB1E}"/>
              </a:ext>
            </a:extLst>
          </p:cNvPr>
          <p:cNvSpPr txBox="1"/>
          <p:nvPr/>
        </p:nvSpPr>
        <p:spPr>
          <a:xfrm>
            <a:off x="4967873" y="533773"/>
            <a:ext cx="60978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+mj-lt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( </a:t>
            </a:r>
            <a:r>
              <a:rPr lang="en-US" altLang="ko-KR" sz="1800" b="1" dirty="0" err="1">
                <a:solidFill>
                  <a:srgbClr val="7F0055"/>
                </a:solidFill>
                <a:latin typeface="+mj-lt"/>
              </a:rPr>
              <a:t>typeof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+mj-lt"/>
              </a:rPr>
              <a:t>CPView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 == </a:t>
            </a:r>
            <a:r>
              <a:rPr lang="en-US" altLang="ko-KR" sz="1800" b="1" dirty="0">
                <a:solidFill>
                  <a:srgbClr val="2A00FF"/>
                </a:solidFill>
                <a:latin typeface="+mj-lt"/>
              </a:rPr>
              <a:t>'object'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){                   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CPView.init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({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   target : $(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"#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formbuilder_view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)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   html : $(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"#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formbuilder_view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).html()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   type : 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'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editview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'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//</a:t>
            </a:r>
            <a:r>
              <a:rPr lang="ko-KR" altLang="en-US" sz="1800" dirty="0">
                <a:solidFill>
                  <a:srgbClr val="3F7F5F"/>
                </a:solidFill>
                <a:latin typeface="+mj-lt"/>
              </a:rPr>
              <a:t>사용자 입력모드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, </a:t>
            </a:r>
            <a:r>
              <a:rPr lang="ko-KR" altLang="en-US" sz="1800" dirty="0">
                <a:solidFill>
                  <a:srgbClr val="3F7F5F"/>
                </a:solidFill>
                <a:latin typeface="+mj-lt"/>
              </a:rPr>
              <a:t>각 입력컨트롤을 </a:t>
            </a:r>
            <a:r>
              <a:rPr lang="ko-KR" altLang="en-US" sz="1800" dirty="0" err="1">
                <a:solidFill>
                  <a:srgbClr val="3F7F5F"/>
                </a:solidFill>
                <a:latin typeface="+mj-lt"/>
              </a:rPr>
              <a:t>활성화시켜줌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. </a:t>
            </a:r>
            <a:r>
              <a:rPr lang="en-US" altLang="ko-KR" dirty="0">
                <a:solidFill>
                  <a:srgbClr val="3F7F5F"/>
                </a:solidFill>
                <a:latin typeface="+mj-lt"/>
              </a:rPr>
              <a:t>Ex)</a:t>
            </a:r>
            <a:r>
              <a:rPr lang="ko-KR" altLang="en-US" dirty="0">
                <a:solidFill>
                  <a:srgbClr val="3F7F5F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rgbClr val="3F7F5F"/>
                </a:solidFill>
                <a:latin typeface="+mj-lt"/>
              </a:rPr>
              <a:t>kendo,</a:t>
            </a:r>
            <a:r>
              <a:rPr lang="ko-KR" altLang="en-US" dirty="0">
                <a:solidFill>
                  <a:srgbClr val="3F7F5F"/>
                </a:solidFill>
                <a:latin typeface="+mj-lt"/>
              </a:rPr>
              <a:t> </a:t>
            </a:r>
            <a:r>
              <a:rPr lang="en-US" altLang="ko-KR" dirty="0">
                <a:solidFill>
                  <a:srgbClr val="3F7F5F"/>
                </a:solidFill>
                <a:latin typeface="+mj-lt"/>
              </a:rPr>
              <a:t>editor</a:t>
            </a:r>
            <a:endParaRPr lang="en-US" altLang="ko-KR" sz="1800" dirty="0">
              <a:solidFill>
                <a:srgbClr val="3F7F5F"/>
              </a:solidFill>
              <a:latin typeface="+mj-lt"/>
            </a:endParaRP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});                    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}     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$(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"#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formEditBtnDiv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).show();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$(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"#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editorDiv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).hide();</a:t>
            </a:r>
            <a:endParaRPr lang="ko-KR" altLang="en-US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30F57-7778-855C-4826-30D754A1314F}"/>
              </a:ext>
            </a:extLst>
          </p:cNvPr>
          <p:cNvSpPr txBox="1"/>
          <p:nvPr/>
        </p:nvSpPr>
        <p:spPr>
          <a:xfrm>
            <a:off x="170851" y="1278120"/>
            <a:ext cx="6241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j-lt"/>
              </a:rPr>
              <a:t>C:\ABC_PROJECT\workspace\abc.office\abc.common\src\main\webapp\WEB-INF\com\lgu\abc\cnfg\corp\apr\form\show.jstl.jsp</a:t>
            </a:r>
            <a:endParaRPr lang="ko-KR" alt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146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8214-0F2B-597F-938C-677C331E5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B8B643-5DF2-A0F3-C051-9E0F27861429}"/>
              </a:ext>
            </a:extLst>
          </p:cNvPr>
          <p:cNvSpPr txBox="1"/>
          <p:nvPr/>
        </p:nvSpPr>
        <p:spPr>
          <a:xfrm>
            <a:off x="1105359" y="613125"/>
            <a:ext cx="4783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600" dirty="0">
                <a:solidFill>
                  <a:srgbClr val="595959"/>
                </a:solidFill>
                <a:latin typeface="+mj-lt"/>
              </a:rPr>
              <a:t>일반 사용자 기안</a:t>
            </a:r>
            <a:endParaRPr lang="ko-KR" altLang="en-US" sz="1600" dirty="0"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AD6085-E142-AC5F-7E40-C00B41F5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9" y="3727832"/>
            <a:ext cx="5346763" cy="3130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2F6BD-7DA0-B38A-DE51-8D5D1D71F1B2}"/>
              </a:ext>
            </a:extLst>
          </p:cNvPr>
          <p:cNvSpPr txBox="1"/>
          <p:nvPr/>
        </p:nvSpPr>
        <p:spPr>
          <a:xfrm>
            <a:off x="5855375" y="310269"/>
            <a:ext cx="609783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800" b="1" dirty="0">
                <a:solidFill>
                  <a:srgbClr val="7F0055"/>
                </a:solidFill>
                <a:latin typeface="+mj-lt"/>
              </a:rPr>
              <a:t>if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( </a:t>
            </a:r>
            <a:r>
              <a:rPr lang="en-US" altLang="ko-KR" sz="1800" b="1" dirty="0" err="1">
                <a:solidFill>
                  <a:srgbClr val="7F0055"/>
                </a:solidFill>
                <a:latin typeface="+mj-lt"/>
              </a:rPr>
              <a:t>typeof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b="1" dirty="0" err="1">
                <a:solidFill>
                  <a:srgbClr val="000000"/>
                </a:solidFill>
                <a:latin typeface="+mj-lt"/>
              </a:rPr>
              <a:t>CPView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 == </a:t>
            </a:r>
            <a:r>
              <a:rPr lang="en-US" altLang="ko-KR" sz="1800" b="1" dirty="0">
                <a:solidFill>
                  <a:srgbClr val="2A00FF"/>
                </a:solidFill>
                <a:latin typeface="+mj-lt"/>
              </a:rPr>
              <a:t>'object'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){                    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CPView.init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({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   target : $(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"#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formbuilder_view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)         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   html : $(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"#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formbuilder_view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).html()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   type : 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'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editview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'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//</a:t>
            </a:r>
            <a:r>
              <a:rPr lang="en-US" altLang="ko-KR" sz="1800" dirty="0" err="1">
                <a:solidFill>
                  <a:srgbClr val="3F7F5F"/>
                </a:solidFill>
                <a:latin typeface="+mj-lt"/>
              </a:rPr>
              <a:t>editview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 | view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isDoc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: </a:t>
            </a:r>
            <a:r>
              <a:rPr lang="en-US" altLang="ko-KR" sz="1800" b="1" dirty="0">
                <a:solidFill>
                  <a:srgbClr val="7F0055"/>
                </a:solidFill>
                <a:latin typeface="+mj-lt"/>
              </a:rPr>
              <a:t>true</a:t>
            </a:r>
            <a:r>
              <a:rPr lang="ko-KR" altLang="en-US" sz="18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b="1" dirty="0">
                <a:solidFill>
                  <a:srgbClr val="3F7F5F"/>
                </a:solidFill>
                <a:latin typeface="+mj-lt"/>
              </a:rPr>
              <a:t>//</a:t>
            </a:r>
            <a:r>
              <a:rPr lang="ko-KR" altLang="en-US" sz="1800" b="1" dirty="0">
                <a:solidFill>
                  <a:srgbClr val="3F7F5F"/>
                </a:solidFill>
                <a:latin typeface="+mj-lt"/>
              </a:rPr>
              <a:t>결재선 관련 추가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apprDocSeq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: 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"${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model_entity.appr_doc_seq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}"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//</a:t>
            </a:r>
            <a:r>
              <a:rPr lang="ko-KR" altLang="en-US" sz="1800" dirty="0">
                <a:solidFill>
                  <a:srgbClr val="3F7F5F"/>
                </a:solidFill>
                <a:latin typeface="+mj-lt"/>
              </a:rPr>
              <a:t>결재선 관련 추가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docStatus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: 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"${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model_entity.appr_doc_stts_cd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}"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//</a:t>
            </a:r>
            <a:r>
              <a:rPr lang="ko-KR" altLang="en-US" sz="1800" dirty="0">
                <a:solidFill>
                  <a:srgbClr val="3F7F5F"/>
                </a:solidFill>
                <a:latin typeface="+mj-lt"/>
              </a:rPr>
              <a:t>결재선 관련 추가 </a:t>
            </a:r>
            <a:r>
              <a:rPr lang="en-US" altLang="ko-KR" sz="1800" dirty="0">
                <a:solidFill>
                  <a:srgbClr val="3F7F5F"/>
                </a:solidFill>
                <a:latin typeface="+mj-lt"/>
              </a:rPr>
              <a:t>- </a:t>
            </a:r>
            <a:r>
              <a:rPr lang="ko-KR" altLang="en-US" sz="1800" dirty="0">
                <a:solidFill>
                  <a:srgbClr val="3F7F5F"/>
                </a:solidFill>
                <a:latin typeface="+mj-lt"/>
              </a:rPr>
              <a:t>예비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formTarget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: $(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"#</a:t>
            </a:r>
            <a:r>
              <a:rPr lang="en-US" altLang="ko-KR" sz="1800" dirty="0" err="1">
                <a:solidFill>
                  <a:srgbClr val="2A00FF"/>
                </a:solidFill>
                <a:latin typeface="+mj-lt"/>
              </a:rPr>
              <a:t>tabConts_aprDocEdit</a:t>
            </a:r>
            <a:r>
              <a:rPr lang="en-US" altLang="ko-KR" sz="18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) 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,</a:t>
            </a:r>
          </a:p>
          <a:p>
            <a:pPr algn="l"/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    </a:t>
            </a:r>
            <a:r>
              <a:rPr lang="en-US" altLang="ko-KR" sz="1800" dirty="0" err="1">
                <a:solidFill>
                  <a:srgbClr val="000000"/>
                </a:solidFill>
                <a:latin typeface="+mj-lt"/>
              </a:rPr>
              <a:t>formloadDelay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 : 500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});                    </a:t>
            </a:r>
          </a:p>
          <a:p>
            <a:pPr algn="l"/>
            <a:r>
              <a:rPr lang="ko-KR" altLang="en-US" sz="1800" dirty="0">
                <a:solidFill>
                  <a:srgbClr val="000000"/>
                </a:solidFill>
                <a:latin typeface="+mj-lt"/>
              </a:rPr>
              <a:t>    </a:t>
            </a:r>
            <a:r>
              <a:rPr lang="en-US" altLang="ko-KR" sz="1800" dirty="0">
                <a:solidFill>
                  <a:srgbClr val="000000"/>
                </a:solidFill>
                <a:latin typeface="+mj-lt"/>
              </a:rPr>
              <a:t>}</a:t>
            </a:r>
            <a:endParaRPr lang="ko-KR" altLang="en-US" dirty="0">
              <a:latin typeface="+mj-lt"/>
            </a:endParaRPr>
          </a:p>
        </p:txBody>
      </p:sp>
      <p:sp>
        <p:nvSpPr>
          <p:cNvPr id="8" name="설명선: 굽은 이중선 7">
            <a:extLst>
              <a:ext uri="{FF2B5EF4-FFF2-40B4-BE49-F238E27FC236}">
                <a16:creationId xmlns:a16="http://schemas.microsoft.com/office/drawing/2014/main" id="{7C41A8D0-4073-AF21-AAFD-AD27318347C2}"/>
              </a:ext>
            </a:extLst>
          </p:cNvPr>
          <p:cNvSpPr/>
          <p:nvPr/>
        </p:nvSpPr>
        <p:spPr>
          <a:xfrm>
            <a:off x="3387777" y="951679"/>
            <a:ext cx="2197775" cy="399243"/>
          </a:xfrm>
          <a:prstGeom prst="borderCallout3">
            <a:avLst>
              <a:gd name="adj1" fmla="val 47522"/>
              <a:gd name="adj2" fmla="val 103686"/>
              <a:gd name="adj3" fmla="val 17380"/>
              <a:gd name="adj4" fmla="val 112179"/>
              <a:gd name="adj5" fmla="val 67117"/>
              <a:gd name="adj6" fmla="val 122756"/>
              <a:gd name="adj7" fmla="val 36236"/>
              <a:gd name="adj8" fmla="val 1623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latin typeface="+mj-lt"/>
              </a:rPr>
              <a:t>폼양식이 채워진 영역</a:t>
            </a:r>
            <a:endParaRPr lang="ko-KR" altLang="en-US" sz="1400" dirty="0">
              <a:latin typeface="+mj-lt"/>
            </a:endParaRPr>
          </a:p>
        </p:txBody>
      </p:sp>
      <p:sp>
        <p:nvSpPr>
          <p:cNvPr id="10" name="설명선: 굽은 이중선 9">
            <a:extLst>
              <a:ext uri="{FF2B5EF4-FFF2-40B4-BE49-F238E27FC236}">
                <a16:creationId xmlns:a16="http://schemas.microsoft.com/office/drawing/2014/main" id="{3F37808B-D7CE-BDCA-3A51-A4FA17E30DA2}"/>
              </a:ext>
            </a:extLst>
          </p:cNvPr>
          <p:cNvSpPr/>
          <p:nvPr/>
        </p:nvSpPr>
        <p:spPr>
          <a:xfrm>
            <a:off x="3022384" y="2569323"/>
            <a:ext cx="2197775" cy="399243"/>
          </a:xfrm>
          <a:prstGeom prst="borderCallout3">
            <a:avLst>
              <a:gd name="adj1" fmla="val 47522"/>
              <a:gd name="adj2" fmla="val 103686"/>
              <a:gd name="adj3" fmla="val 17380"/>
              <a:gd name="adj4" fmla="val 112179"/>
              <a:gd name="adj5" fmla="val 67117"/>
              <a:gd name="adj6" fmla="val 122756"/>
              <a:gd name="adj7" fmla="val 36236"/>
              <a:gd name="adj8" fmla="val 1623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latin typeface="+mj-lt"/>
              </a:rPr>
              <a:t>결재선옵션</a:t>
            </a:r>
            <a:endParaRPr lang="ko-KR" altLang="en-US" sz="1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E61D8-CC6C-04DE-B33F-285831539970}"/>
              </a:ext>
            </a:extLst>
          </p:cNvPr>
          <p:cNvSpPr txBox="1"/>
          <p:nvPr/>
        </p:nvSpPr>
        <p:spPr>
          <a:xfrm>
            <a:off x="314071" y="1498457"/>
            <a:ext cx="6241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+mj-lt"/>
              </a:rPr>
              <a:t>C:\ABC_PROJECT\workspace\abc.office\abc.common\src\main\webapp\WEB-INF\com\lgu\abc\apr\doc\edit.jstl.jsp</a:t>
            </a:r>
          </a:p>
        </p:txBody>
      </p:sp>
    </p:spTree>
    <p:extLst>
      <p:ext uri="{BB962C8B-B14F-4D97-AF65-F5344CB8AC3E}">
        <p14:creationId xmlns:p14="http://schemas.microsoft.com/office/powerpoint/2010/main" val="373022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4AD01-AB81-04A4-4A60-9634ACF3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EF6266-E310-7F1A-D4EE-715C468DB256}"/>
              </a:ext>
            </a:extLst>
          </p:cNvPr>
          <p:cNvSpPr txBox="1"/>
          <p:nvPr/>
        </p:nvSpPr>
        <p:spPr>
          <a:xfrm>
            <a:off x="1105359" y="613125"/>
            <a:ext cx="4783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ko-KR" altLang="en-US" sz="1600" dirty="0">
                <a:solidFill>
                  <a:srgbClr val="595959"/>
                </a:solidFill>
                <a:latin typeface="+mj-lt"/>
              </a:rPr>
              <a:t>일반 사용자 기안</a:t>
            </a:r>
            <a:endParaRPr lang="ko-KR" altLang="en-US" sz="1600" dirty="0"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056472-BB05-B140-FC20-7E7BDDC8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9" y="3727832"/>
            <a:ext cx="5346763" cy="3130168"/>
          </a:xfrm>
          <a:prstGeom prst="rect">
            <a:avLst/>
          </a:prstGeom>
        </p:spPr>
      </p:pic>
      <p:sp>
        <p:nvSpPr>
          <p:cNvPr id="10" name="설명선: 굽은 이중선 9">
            <a:extLst>
              <a:ext uri="{FF2B5EF4-FFF2-40B4-BE49-F238E27FC236}">
                <a16:creationId xmlns:a16="http://schemas.microsoft.com/office/drawing/2014/main" id="{95A67D66-D387-47F7-28FD-3C0851D9D613}"/>
              </a:ext>
            </a:extLst>
          </p:cNvPr>
          <p:cNvSpPr/>
          <p:nvPr/>
        </p:nvSpPr>
        <p:spPr>
          <a:xfrm>
            <a:off x="6480569" y="4546148"/>
            <a:ext cx="2244790" cy="1391944"/>
          </a:xfrm>
          <a:prstGeom prst="borderCallout3">
            <a:avLst>
              <a:gd name="adj1" fmla="val 47522"/>
              <a:gd name="adj2" fmla="val 103686"/>
              <a:gd name="adj3" fmla="val 17380"/>
              <a:gd name="adj4" fmla="val 112179"/>
              <a:gd name="adj5" fmla="val 67117"/>
              <a:gd name="adj6" fmla="val 122756"/>
              <a:gd name="adj7" fmla="val 36236"/>
              <a:gd name="adj8" fmla="val 1623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latin typeface="+mj-lt"/>
              </a:rPr>
              <a:t>기안시</a:t>
            </a:r>
            <a:r>
              <a:rPr lang="ko-KR" altLang="en-US" sz="1400" dirty="0">
                <a:latin typeface="+mj-lt"/>
              </a:rPr>
              <a:t> 미리보기</a:t>
            </a:r>
            <a:endParaRPr lang="en-US" altLang="ko-KR" sz="1400" dirty="0">
              <a:latin typeface="+mj-lt"/>
            </a:endParaRPr>
          </a:p>
          <a:p>
            <a:pPr algn="ctr"/>
            <a:r>
              <a:rPr lang="en-US" altLang="ko-KR" sz="1400" dirty="0" err="1">
                <a:latin typeface="+mj-lt"/>
              </a:rPr>
              <a:t>CPView.changeViewMode</a:t>
            </a:r>
            <a:r>
              <a:rPr lang="en-US" altLang="ko-KR" sz="1400" dirty="0">
                <a:latin typeface="+mj-lt"/>
              </a:rPr>
              <a:t>();</a:t>
            </a:r>
          </a:p>
          <a:p>
            <a:pPr algn="ctr"/>
            <a:r>
              <a:rPr lang="ko-KR" altLang="en-US" sz="1400" dirty="0">
                <a:latin typeface="+mj-lt"/>
              </a:rPr>
              <a:t>사용자입력</a:t>
            </a:r>
            <a:r>
              <a:rPr lang="en-US" altLang="ko-KR" sz="1400" dirty="0">
                <a:latin typeface="+mj-lt"/>
              </a:rPr>
              <a:t>html =&gt; </a:t>
            </a:r>
            <a:r>
              <a:rPr lang="ko-KR" altLang="en-US" sz="1400" dirty="0">
                <a:latin typeface="+mj-lt"/>
              </a:rPr>
              <a:t>텍스트 기안문서로 변환</a:t>
            </a:r>
            <a:r>
              <a:rPr lang="en-US" altLang="ko-KR" sz="1400" dirty="0">
                <a:latin typeface="+mj-lt"/>
              </a:rPr>
              <a:t>.</a:t>
            </a:r>
            <a:endParaRPr lang="ko-KR" altLang="en-US" sz="1400" dirty="0">
              <a:latin typeface="+mj-lt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B1FE6B7-3A6D-4319-5899-104B46B6C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812" y="393468"/>
            <a:ext cx="6811326" cy="3867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FADB6A-27A2-7DA3-EA40-A130DA54D74C}"/>
              </a:ext>
            </a:extLst>
          </p:cNvPr>
          <p:cNvSpPr txBox="1"/>
          <p:nvPr/>
        </p:nvSpPr>
        <p:spPr>
          <a:xfrm>
            <a:off x="314071" y="1498457"/>
            <a:ext cx="6241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j-lt"/>
              </a:rPr>
              <a:t>C:\ABC_PROJECT\workspace\abc.office\abc.common\src\main\webapp\resources\abc\js\apr\apr.doc.show.jstl.js</a:t>
            </a:r>
            <a:endParaRPr lang="ko-KR" alt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27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802</Words>
  <Application>Microsoft Office PowerPoint</Application>
  <PresentationFormat>와이드스크린</PresentationFormat>
  <Paragraphs>198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정배 김</dc:creator>
  <cp:lastModifiedBy>정배 김</cp:lastModifiedBy>
  <cp:revision>1</cp:revision>
  <dcterms:created xsi:type="dcterms:W3CDTF">2024-12-18T02:14:16Z</dcterms:created>
  <dcterms:modified xsi:type="dcterms:W3CDTF">2024-12-20T00:08:38Z</dcterms:modified>
</cp:coreProperties>
</file>