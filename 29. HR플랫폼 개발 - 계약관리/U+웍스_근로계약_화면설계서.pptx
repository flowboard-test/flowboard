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U+웍스 근로계약 전자서명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 v1.0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벤치마킹: 모두싸인(Modusign)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3931920"/>
            <a:ext cx="2743200" cy="45720"/>
          </a:xfrm>
          <a:prstGeom prst="rect">
            <a:avLst/>
          </a:prstGeom>
          <a:solidFill>
            <a:srgbClr val="E6007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서비스 개요 및 화면 흐름도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관리자 - 대시보드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관리자 - 계약서 작성 (4단계)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근로자 - 알림 수신 &amp; 본인인증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근로자 - 계약서 열람 &amp; 서명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근로자 - 서명 완료 &amp; 거절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관리자 - 서명 현황 &amp; 문서 보관함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공통 UI 컴포넌트 &amp; 반응형 설계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모두싸인 벤치마킹 요약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기술 스택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E6007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개요 및 화면 흐름도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EBF5FB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대시보드 → ② 계약서 작성 → ③ 서명자 지정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위치 설정 → ⑤ 발송 → ⑥ 현황 관리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DEDEC"/>
          </a:solidFill>
          <a:ln w="19050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알림(카카오/SMS) → ② 본인인증 → ③ 계약서 열람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입력 → ⑤ 서명 완료 → ⑥ 완료 문서 보관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3-1. 관리자 대시보드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2건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5A5A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A5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1건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발송일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근로계약서_홍길동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서명대기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근로계약서_김철수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서명완료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근로계약서_이영희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열람중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3-2. 계약서 작성 - Step 1: 템플릿 선택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645920" y="9144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0" y="1097280"/>
            <a:ext cx="1188720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914400"/>
            <a:ext cx="365760" cy="365760"/>
          </a:xfrm>
          <a:prstGeom prst="ellipse">
            <a:avLst/>
          </a:prstGeom>
          <a:solidFill>
            <a:srgbClr val="DEE2E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1188720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914400"/>
            <a:ext cx="365760" cy="365760"/>
          </a:xfrm>
          <a:prstGeom prst="ellipse">
            <a:avLst/>
          </a:prstGeom>
          <a:solidFill>
            <a:srgbClr val="DEE2E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097280"/>
            <a:ext cx="1188720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914400"/>
            <a:ext cx="365760" cy="365760"/>
          </a:xfrm>
          <a:prstGeom prst="ellipse">
            <a:avLst/>
          </a:prstGeom>
          <a:solidFill>
            <a:srgbClr val="DE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182880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97280" y="3657600"/>
            <a:ext cx="109728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0" y="182880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1031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단시간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108960" y="3657600"/>
            <a:ext cx="109728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3" name="Text 19"/>
          <p:cNvSpPr/>
          <p:nvPr/>
        </p:nvSpPr>
        <p:spPr>
          <a:xfrm>
            <a:off x="310896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182880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0312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548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일용직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120640" y="3657600"/>
            <a:ext cx="109728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8" name="Text 23"/>
          <p:cNvSpPr/>
          <p:nvPr/>
        </p:nvSpPr>
        <p:spPr>
          <a:xfrm>
            <a:off x="512064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66560" y="182880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1031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132320" y="3657600"/>
            <a:ext cx="109728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3" name="Text 27"/>
          <p:cNvSpPr/>
          <p:nvPr/>
        </p:nvSpPr>
        <p:spPr>
          <a:xfrm>
            <a:off x="713232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3-3. 계약서 작성 - Step 2: 내용 입력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필드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 (시작~종료)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근무장소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업무내용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근무시간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 (원/월)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32004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근로자: 홍길동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2026.05 ~ 2027.04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장소: 본사 3층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시간: 09:00 ~ 18:00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급여: 3,000,000원/월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3-4. 계약서 작성 - Step 3: 서명자 지정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 1 (근로자)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홍길동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010-1234-5678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hong@email.com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인증방식: ○카카오톡 ●SMS ○이메일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 2 (사업주)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김대표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010-9876-5432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ceo@company.com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인증방식: ●카카오톡 ○SMS ○이메일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순서:  ● 순차 서명    ○ 동시 서명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3-5. 계약서 작성 - Step 4: 서명 위치 설정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840480"/>
          </a:xfrm>
          <a:prstGeom prst="rect">
            <a:avLst/>
          </a:prstGeom>
          <a:solidFill>
            <a:srgbClr val="ECF0F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도구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[서명]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[날짜]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[텍스트]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[체크]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[도장]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서명자별 색상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228600" cy="2286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1005840"/>
            <a:ext cx="6126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188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260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...계약 내용...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286000" cy="54864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solidFill>
            <a:srgbClr val="EBF5FB"/>
          </a:solidFill>
          <a:ln w="19050">
            <a:solidFill>
              <a:srgbClr val="3498D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 서명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드래그&amp;드롭으로 서명 위치 배치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3-6~7. 근로자 - 알림 수신 &amp; 본인인증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알림톡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 서명 요청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홍길동님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(주)OO회사에서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 서명을 요청했습니다.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문서: 근로계약서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요청자: 김대표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만료일: 2026.05.13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4206240"/>
            <a:ext cx="182880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서명하러 가기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005840"/>
            <a:ext cx="36576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본인인증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2103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233172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743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297180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3383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번호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0" y="361188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인증번호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425196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4572000"/>
            <a:ext cx="219456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3-8. 근로자 - 계약서 열람 &amp; 서명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[거절]  [서명하기]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근로계약기간: 2026.05.06 ~ 2027.05.05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근무장소: 서울시 강남구 OO빌딩 3층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업무내용: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근로시간: 09:00 ~ 18:00 (휴게 12:00~13:00)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근무일: 주 5일 (월~금)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임금: 월 3,000,000원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지급일: 매월 25일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사회보험: 4대보험 가입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931920"/>
            <a:ext cx="3657600" cy="548640"/>
          </a:xfrm>
          <a:prstGeom prst="rect">
            <a:avLst/>
          </a:prstGeom>
          <a:solidFill>
            <a:srgbClr val="FFF9C4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서명: [여기를 터치하세요]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하이라이트 표시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3-9. 근로자 - 서명 입력 모달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입력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1828800" cy="41148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그리기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1554480"/>
            <a:ext cx="1828800" cy="4114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서명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1828800" cy="4114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도장 업로드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103120"/>
            <a:ext cx="54864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CED4D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(서명을 그려주세요)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위 내용을 확인하였으며, 전자서명에 동의합니다.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완료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3-10~13. 서명 완료 &amp; 거절 화면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서명이 완료되었습니다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문서명: 근로계약서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서명일시: 2026.05.06 14:30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서명자: 홍길동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256032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문서 다운로드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4206240"/>
            <a:ext cx="2560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보관함으로 이동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38404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계약서 거절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 사유를 선택해주세요: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계약 조건 불일치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개인 사정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내용 수정 요청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기타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사유 (선택):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8404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4480560"/>
            <a:ext cx="20116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 확인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3-11~12. 서명 현황 &amp; 문서 보관함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진행 현황 - 근로계약서_홍길동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홍길동 (근로자) - ⏳ 서명 대기 | 열람: 미열람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김대표 (사업주) - ⏸ 대기중 (순차서명)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05.06 10:00 문서 생성 → 10:01 알림톡 발송 → 10:05 수신 확인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777240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371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완료일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완료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근로계약_박영수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박영수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완료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근로계약_최미영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최미영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완료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UI 컴포넌트 &amp; 반응형 설계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931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U+웍스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대시보드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계약서 작성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진행중 문서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문서 보관함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템플릿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직원 관리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설정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뱃지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서명대기  발송 후 미열람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열람중  열람했으나 미서명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서명완료  모든 서명 완료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거절  서명 거절됨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⚫ 만료  기한 초과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설계 기준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2560320" cy="109728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해상도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1280px+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768~1279px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~767px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017520" y="3474720"/>
            <a:ext cx="5669280" cy="1280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1" name="Text 18"/>
          <p:cNvSpPr/>
          <p:nvPr/>
        </p:nvSpPr>
        <p:spPr>
          <a:xfrm>
            <a:off x="3200400" y="3566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우선 설계 원칙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근로자 서명 화면 모바일 최적화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터치 영역 최소 44x44px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서명 캔버스 가로 전체 너비 활용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모두싸인 벤치마킹 포인트 요약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3192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모두싸인 기능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U+웍스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드래그&amp;드롭 서명 위치 지정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서명자별 색상 구분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3가지 서명 방식 (그리기/텍스트/도장)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문서 미리보기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카카오/SMS/이메일 발송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순차/동시 서명 설정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감사 로그 (Audit Trail)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보관함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템플릿 관리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동일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대량 발송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연동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권장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 Design / MUI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 캔버스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signature_pad.js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렌더링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 / Redux Toolkit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+ WebSocket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 + SMS OTP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근로자 서명 화면은 모바일 웹 기반으로 별도 앱 설치 불필요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근로계약 전자서명 화면설계서 v1.0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U+웍스 근로계약 전자서명 화면설계서</dc:title>
  <dc:subject>PptxGenJS Presentation</dc:subject>
  <dc:creator>U+웍스</dc:creator>
  <cp:lastModifiedBy>U+웍스</cp:lastModifiedBy>
  <cp:revision>1</cp:revision>
  <dcterms:created xsi:type="dcterms:W3CDTF">2026-05-06T01:25:24Z</dcterms:created>
  <dcterms:modified xsi:type="dcterms:W3CDTF">2026-05-06T01:25:24Z</dcterms:modified>
</cp:coreProperties>
</file>